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EFC0E4-02D9-4B85-A539-89BBF74EAA9D}" v="17" dt="2025-01-09T10:12:41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Wolanin" userId="60387dca0f89eeaf" providerId="LiveId" clId="{C5EFC0E4-02D9-4B85-A539-89BBF74EAA9D}"/>
    <pc:docChg chg="undo custSel addSld delSld modSld sldOrd">
      <pc:chgData name="Simon Wolanin" userId="60387dca0f89eeaf" providerId="LiveId" clId="{C5EFC0E4-02D9-4B85-A539-89BBF74EAA9D}" dt="2025-01-09T10:29:40.858" v="3463" actId="20577"/>
      <pc:docMkLst>
        <pc:docMk/>
      </pc:docMkLst>
      <pc:sldChg chg="addSp modSp mod">
        <pc:chgData name="Simon Wolanin" userId="60387dca0f89eeaf" providerId="LiveId" clId="{C5EFC0E4-02D9-4B85-A539-89BBF74EAA9D}" dt="2025-01-09T09:33:52.087" v="10" actId="1076"/>
        <pc:sldMkLst>
          <pc:docMk/>
          <pc:sldMk cId="1148876186" sldId="256"/>
        </pc:sldMkLst>
        <pc:spChg chg="mod">
          <ac:chgData name="Simon Wolanin" userId="60387dca0f89eeaf" providerId="LiveId" clId="{C5EFC0E4-02D9-4B85-A539-89BBF74EAA9D}" dt="2025-01-09T09:33:52.087" v="10" actId="1076"/>
          <ac:spMkLst>
            <pc:docMk/>
            <pc:sldMk cId="1148876186" sldId="256"/>
            <ac:spMk id="2" creationId="{121DC8F1-B9F5-B001-070E-6BE0865AF977}"/>
          </ac:spMkLst>
        </pc:spChg>
        <pc:picChg chg="add mod">
          <ac:chgData name="Simon Wolanin" userId="60387dca0f89eeaf" providerId="LiveId" clId="{C5EFC0E4-02D9-4B85-A539-89BBF74EAA9D}" dt="2025-01-09T09:33:42.818" v="8" actId="1076"/>
          <ac:picMkLst>
            <pc:docMk/>
            <pc:sldMk cId="1148876186" sldId="256"/>
            <ac:picMk id="5" creationId="{11609F4D-1CB7-4C27-BC7D-F05B0DFB7D50}"/>
          </ac:picMkLst>
        </pc:picChg>
      </pc:sldChg>
      <pc:sldChg chg="new del">
        <pc:chgData name="Simon Wolanin" userId="60387dca0f89eeaf" providerId="LiveId" clId="{C5EFC0E4-02D9-4B85-A539-89BBF74EAA9D}" dt="2025-01-09T09:36:14.333" v="303" actId="47"/>
        <pc:sldMkLst>
          <pc:docMk/>
          <pc:sldMk cId="689480593" sldId="257"/>
        </pc:sldMkLst>
      </pc:sldChg>
      <pc:sldChg chg="modSp new mod ord">
        <pc:chgData name="Simon Wolanin" userId="60387dca0f89eeaf" providerId="LiveId" clId="{C5EFC0E4-02D9-4B85-A539-89BBF74EAA9D}" dt="2025-01-09T09:36:07.525" v="302"/>
        <pc:sldMkLst>
          <pc:docMk/>
          <pc:sldMk cId="3162077908" sldId="258"/>
        </pc:sldMkLst>
        <pc:spChg chg="mod">
          <ac:chgData name="Simon Wolanin" userId="60387dca0f89eeaf" providerId="LiveId" clId="{C5EFC0E4-02D9-4B85-A539-89BBF74EAA9D}" dt="2025-01-09T09:34:27.895" v="20" actId="20577"/>
          <ac:spMkLst>
            <pc:docMk/>
            <pc:sldMk cId="3162077908" sldId="258"/>
            <ac:spMk id="2" creationId="{AAC30AF1-487D-87A2-D3E5-8A06896FE3C2}"/>
          </ac:spMkLst>
        </pc:spChg>
        <pc:spChg chg="mod">
          <ac:chgData name="Simon Wolanin" userId="60387dca0f89eeaf" providerId="LiveId" clId="{C5EFC0E4-02D9-4B85-A539-89BBF74EAA9D}" dt="2025-01-09T09:36:00.991" v="300" actId="20577"/>
          <ac:spMkLst>
            <pc:docMk/>
            <pc:sldMk cId="3162077908" sldId="258"/>
            <ac:spMk id="3" creationId="{E26D6FB9-748B-061E-65D5-6F54A08F2A28}"/>
          </ac:spMkLst>
        </pc:spChg>
      </pc:sldChg>
      <pc:sldChg chg="addSp delSp modSp new mod">
        <pc:chgData name="Simon Wolanin" userId="60387dca0f89eeaf" providerId="LiveId" clId="{C5EFC0E4-02D9-4B85-A539-89BBF74EAA9D}" dt="2025-01-09T10:29:40.858" v="3463" actId="20577"/>
        <pc:sldMkLst>
          <pc:docMk/>
          <pc:sldMk cId="2942925418" sldId="259"/>
        </pc:sldMkLst>
        <pc:spChg chg="mod">
          <ac:chgData name="Simon Wolanin" userId="60387dca0f89eeaf" providerId="LiveId" clId="{C5EFC0E4-02D9-4B85-A539-89BBF74EAA9D}" dt="2025-01-09T09:38:21.789" v="349" actId="20577"/>
          <ac:spMkLst>
            <pc:docMk/>
            <pc:sldMk cId="2942925418" sldId="259"/>
            <ac:spMk id="2" creationId="{A7B6BA63-E630-A77E-21E7-66E7E382E9C0}"/>
          </ac:spMkLst>
        </pc:spChg>
        <pc:spChg chg="del mod">
          <ac:chgData name="Simon Wolanin" userId="60387dca0f89eeaf" providerId="LiveId" clId="{C5EFC0E4-02D9-4B85-A539-89BBF74EAA9D}" dt="2025-01-09T09:37:51.209" v="331" actId="478"/>
          <ac:spMkLst>
            <pc:docMk/>
            <pc:sldMk cId="2942925418" sldId="259"/>
            <ac:spMk id="3" creationId="{275A8C19-AC3E-63C4-D147-EDEC568DE372}"/>
          </ac:spMkLst>
        </pc:spChg>
        <pc:spChg chg="add del mod">
          <ac:chgData name="Simon Wolanin" userId="60387dca0f89eeaf" providerId="LiveId" clId="{C5EFC0E4-02D9-4B85-A539-89BBF74EAA9D}" dt="2025-01-09T09:38:26.207" v="350" actId="478"/>
          <ac:spMkLst>
            <pc:docMk/>
            <pc:sldMk cId="2942925418" sldId="259"/>
            <ac:spMk id="4" creationId="{BE49EE40-6EAE-A302-8E3B-66C70153A11B}"/>
          </ac:spMkLst>
        </pc:spChg>
        <pc:spChg chg="add mod">
          <ac:chgData name="Simon Wolanin" userId="60387dca0f89eeaf" providerId="LiveId" clId="{C5EFC0E4-02D9-4B85-A539-89BBF74EAA9D}" dt="2025-01-09T09:52:02.413" v="561" actId="14100"/>
          <ac:spMkLst>
            <pc:docMk/>
            <pc:sldMk cId="2942925418" sldId="259"/>
            <ac:spMk id="9" creationId="{27C4AEBF-FBCF-F944-1128-03B26C5246DA}"/>
          </ac:spMkLst>
        </pc:spChg>
        <pc:spChg chg="add mod">
          <ac:chgData name="Simon Wolanin" userId="60387dca0f89eeaf" providerId="LiveId" clId="{C5EFC0E4-02D9-4B85-A539-89BBF74EAA9D}" dt="2025-01-09T09:46:08.447" v="468" actId="1076"/>
          <ac:spMkLst>
            <pc:docMk/>
            <pc:sldMk cId="2942925418" sldId="259"/>
            <ac:spMk id="10" creationId="{61E46BBA-78F5-EA0C-F010-917173C7AEF7}"/>
          </ac:spMkLst>
        </pc:spChg>
        <pc:spChg chg="add mod">
          <ac:chgData name="Simon Wolanin" userId="60387dca0f89eeaf" providerId="LiveId" clId="{C5EFC0E4-02D9-4B85-A539-89BBF74EAA9D}" dt="2025-01-09T09:46:29.966" v="472" actId="1076"/>
          <ac:spMkLst>
            <pc:docMk/>
            <pc:sldMk cId="2942925418" sldId="259"/>
            <ac:spMk id="15" creationId="{1476FE11-00EE-AB6D-1F44-D9C86659ABBC}"/>
          </ac:spMkLst>
        </pc:spChg>
        <pc:spChg chg="add mod">
          <ac:chgData name="Simon Wolanin" userId="60387dca0f89eeaf" providerId="LiveId" clId="{C5EFC0E4-02D9-4B85-A539-89BBF74EAA9D}" dt="2025-01-09T09:55:16.457" v="867" actId="20577"/>
          <ac:spMkLst>
            <pc:docMk/>
            <pc:sldMk cId="2942925418" sldId="259"/>
            <ac:spMk id="18" creationId="{42533616-76C6-29BD-DFFD-A3441E2DFE12}"/>
          </ac:spMkLst>
        </pc:spChg>
        <pc:spChg chg="add mod">
          <ac:chgData name="Simon Wolanin" userId="60387dca0f89eeaf" providerId="LiveId" clId="{C5EFC0E4-02D9-4B85-A539-89BBF74EAA9D}" dt="2025-01-09T10:29:40.858" v="3463" actId="20577"/>
          <ac:spMkLst>
            <pc:docMk/>
            <pc:sldMk cId="2942925418" sldId="259"/>
            <ac:spMk id="19" creationId="{AB79875C-FD5F-25DC-6ADB-797456AD16BA}"/>
          </ac:spMkLst>
        </pc:spChg>
        <pc:spChg chg="add mod">
          <ac:chgData name="Simon Wolanin" userId="60387dca0f89eeaf" providerId="LiveId" clId="{C5EFC0E4-02D9-4B85-A539-89BBF74EAA9D}" dt="2025-01-09T09:56:25.380" v="909" actId="14100"/>
          <ac:spMkLst>
            <pc:docMk/>
            <pc:sldMk cId="2942925418" sldId="259"/>
            <ac:spMk id="20" creationId="{9B296366-2049-AED9-7B89-E2303B8275F3}"/>
          </ac:spMkLst>
        </pc:spChg>
        <pc:spChg chg="add mod">
          <ac:chgData name="Simon Wolanin" userId="60387dca0f89eeaf" providerId="LiveId" clId="{C5EFC0E4-02D9-4B85-A539-89BBF74EAA9D}" dt="2025-01-09T09:54:22.812" v="810"/>
          <ac:spMkLst>
            <pc:docMk/>
            <pc:sldMk cId="2942925418" sldId="259"/>
            <ac:spMk id="21" creationId="{87573AE2-FE53-2DF1-9731-1B9244D1141C}"/>
          </ac:spMkLst>
        </pc:spChg>
        <pc:spChg chg="add mod">
          <ac:chgData name="Simon Wolanin" userId="60387dca0f89eeaf" providerId="LiveId" clId="{C5EFC0E4-02D9-4B85-A539-89BBF74EAA9D}" dt="2025-01-09T09:56:37.593" v="923" actId="20577"/>
          <ac:spMkLst>
            <pc:docMk/>
            <pc:sldMk cId="2942925418" sldId="259"/>
            <ac:spMk id="22" creationId="{DDA71AC4-D424-6B2E-79E7-FBB32590FC75}"/>
          </ac:spMkLst>
        </pc:spChg>
        <pc:picChg chg="add del mod">
          <ac:chgData name="Simon Wolanin" userId="60387dca0f89eeaf" providerId="LiveId" clId="{C5EFC0E4-02D9-4B85-A539-89BBF74EAA9D}" dt="2025-01-09T09:40:59.873" v="354" actId="478"/>
          <ac:picMkLst>
            <pc:docMk/>
            <pc:sldMk cId="2942925418" sldId="259"/>
            <ac:picMk id="6" creationId="{41D2D99E-5252-EB85-BEC3-45366BAA38C5}"/>
          </ac:picMkLst>
        </pc:picChg>
        <pc:picChg chg="add mod">
          <ac:chgData name="Simon Wolanin" userId="60387dca0f89eeaf" providerId="LiveId" clId="{C5EFC0E4-02D9-4B85-A539-89BBF74EAA9D}" dt="2025-01-09T09:42:49.776" v="447" actId="1076"/>
          <ac:picMkLst>
            <pc:docMk/>
            <pc:sldMk cId="2942925418" sldId="259"/>
            <ac:picMk id="8" creationId="{0452A8F7-0398-7C42-E2B3-84D66114F004}"/>
          </ac:picMkLst>
        </pc:picChg>
        <pc:picChg chg="add mod">
          <ac:chgData name="Simon Wolanin" userId="60387dca0f89eeaf" providerId="LiveId" clId="{C5EFC0E4-02D9-4B85-A539-89BBF74EAA9D}" dt="2025-01-09T09:45:09.790" v="459" actId="931"/>
          <ac:picMkLst>
            <pc:docMk/>
            <pc:sldMk cId="2942925418" sldId="259"/>
            <ac:picMk id="12" creationId="{011DF4BB-6806-20DF-9C57-5F4E824BEBAA}"/>
          </ac:picMkLst>
        </pc:picChg>
        <pc:picChg chg="add mod">
          <ac:chgData name="Simon Wolanin" userId="60387dca0f89eeaf" providerId="LiveId" clId="{C5EFC0E4-02D9-4B85-A539-89BBF74EAA9D}" dt="2025-01-09T09:46:10.750" v="469" actId="1076"/>
          <ac:picMkLst>
            <pc:docMk/>
            <pc:sldMk cId="2942925418" sldId="259"/>
            <ac:picMk id="14" creationId="{1DC6123F-B01D-ED67-D0B8-74C0C5670066}"/>
          </ac:picMkLst>
        </pc:picChg>
        <pc:picChg chg="add mod">
          <ac:chgData name="Simon Wolanin" userId="60387dca0f89eeaf" providerId="LiveId" clId="{C5EFC0E4-02D9-4B85-A539-89BBF74EAA9D}" dt="2025-01-09T09:47:31.364" v="478" actId="1076"/>
          <ac:picMkLst>
            <pc:docMk/>
            <pc:sldMk cId="2942925418" sldId="259"/>
            <ac:picMk id="17" creationId="{44A55255-5DD8-2E6B-C885-100373AA9690}"/>
          </ac:picMkLst>
        </pc:picChg>
      </pc:sldChg>
      <pc:sldChg chg="modSp new mod">
        <pc:chgData name="Simon Wolanin" userId="60387dca0f89eeaf" providerId="LiveId" clId="{C5EFC0E4-02D9-4B85-A539-89BBF74EAA9D}" dt="2025-01-09T10:15:21.428" v="1889" actId="20577"/>
        <pc:sldMkLst>
          <pc:docMk/>
          <pc:sldMk cId="1925296201" sldId="260"/>
        </pc:sldMkLst>
        <pc:spChg chg="mod">
          <ac:chgData name="Simon Wolanin" userId="60387dca0f89eeaf" providerId="LiveId" clId="{C5EFC0E4-02D9-4B85-A539-89BBF74EAA9D}" dt="2025-01-09T09:55:37.280" v="875" actId="20577"/>
          <ac:spMkLst>
            <pc:docMk/>
            <pc:sldMk cId="1925296201" sldId="260"/>
            <ac:spMk id="2" creationId="{DF6EBFA1-CC07-1F35-509B-3DF5D4421860}"/>
          </ac:spMkLst>
        </pc:spChg>
        <pc:spChg chg="mod">
          <ac:chgData name="Simon Wolanin" userId="60387dca0f89eeaf" providerId="LiveId" clId="{C5EFC0E4-02D9-4B85-A539-89BBF74EAA9D}" dt="2025-01-09T10:15:21.428" v="1889" actId="20577"/>
          <ac:spMkLst>
            <pc:docMk/>
            <pc:sldMk cId="1925296201" sldId="260"/>
            <ac:spMk id="3" creationId="{A800F10F-FE13-CB67-97F6-CD350D47D810}"/>
          </ac:spMkLst>
        </pc:spChg>
      </pc:sldChg>
      <pc:sldChg chg="modSp new mod">
        <pc:chgData name="Simon Wolanin" userId="60387dca0f89eeaf" providerId="LiveId" clId="{C5EFC0E4-02D9-4B85-A539-89BBF74EAA9D}" dt="2025-01-09T10:17:48.165" v="2186"/>
        <pc:sldMkLst>
          <pc:docMk/>
          <pc:sldMk cId="466501136" sldId="261"/>
        </pc:sldMkLst>
        <pc:spChg chg="mod">
          <ac:chgData name="Simon Wolanin" userId="60387dca0f89eeaf" providerId="LiveId" clId="{C5EFC0E4-02D9-4B85-A539-89BBF74EAA9D}" dt="2025-01-09T10:17:48.165" v="2186"/>
          <ac:spMkLst>
            <pc:docMk/>
            <pc:sldMk cId="466501136" sldId="261"/>
            <ac:spMk id="2" creationId="{AB555A3B-B8D4-FE44-686C-A3D8678DF8CF}"/>
          </ac:spMkLst>
        </pc:spChg>
        <pc:spChg chg="mod">
          <ac:chgData name="Simon Wolanin" userId="60387dca0f89eeaf" providerId="LiveId" clId="{C5EFC0E4-02D9-4B85-A539-89BBF74EAA9D}" dt="2025-01-09T10:06:42.943" v="1390" actId="20577"/>
          <ac:spMkLst>
            <pc:docMk/>
            <pc:sldMk cId="466501136" sldId="261"/>
            <ac:spMk id="3" creationId="{6F669761-DBBD-6140-334B-27A257F96561}"/>
          </ac:spMkLst>
        </pc:spChg>
      </pc:sldChg>
      <pc:sldChg chg="modSp new mod">
        <pc:chgData name="Simon Wolanin" userId="60387dca0f89eeaf" providerId="LiveId" clId="{C5EFC0E4-02D9-4B85-A539-89BBF74EAA9D}" dt="2025-01-09T10:17:44.584" v="2185"/>
        <pc:sldMkLst>
          <pc:docMk/>
          <pc:sldMk cId="3704186923" sldId="262"/>
        </pc:sldMkLst>
        <pc:spChg chg="mod">
          <ac:chgData name="Simon Wolanin" userId="60387dca0f89eeaf" providerId="LiveId" clId="{C5EFC0E4-02D9-4B85-A539-89BBF74EAA9D}" dt="2025-01-09T10:17:44.584" v="2185"/>
          <ac:spMkLst>
            <pc:docMk/>
            <pc:sldMk cId="3704186923" sldId="262"/>
            <ac:spMk id="2" creationId="{4944543D-C96F-CD1B-5A49-EF198127BD05}"/>
          </ac:spMkLst>
        </pc:spChg>
        <pc:spChg chg="mod">
          <ac:chgData name="Simon Wolanin" userId="60387dca0f89eeaf" providerId="LiveId" clId="{C5EFC0E4-02D9-4B85-A539-89BBF74EAA9D}" dt="2025-01-09T10:10:45.017" v="1581" actId="20577"/>
          <ac:spMkLst>
            <pc:docMk/>
            <pc:sldMk cId="3704186923" sldId="262"/>
            <ac:spMk id="3" creationId="{0E9A7CD8-1C5A-42C0-A651-E956565B7475}"/>
          </ac:spMkLst>
        </pc:spChg>
      </pc:sldChg>
      <pc:sldChg chg="modSp add mod">
        <pc:chgData name="Simon Wolanin" userId="60387dca0f89eeaf" providerId="LiveId" clId="{C5EFC0E4-02D9-4B85-A539-89BBF74EAA9D}" dt="2025-01-09T10:17:40.194" v="2184" actId="20577"/>
        <pc:sldMkLst>
          <pc:docMk/>
          <pc:sldMk cId="3854761694" sldId="263"/>
        </pc:sldMkLst>
        <pc:spChg chg="mod">
          <ac:chgData name="Simon Wolanin" userId="60387dca0f89eeaf" providerId="LiveId" clId="{C5EFC0E4-02D9-4B85-A539-89BBF74EAA9D}" dt="2025-01-09T10:17:40.194" v="2184" actId="20577"/>
          <ac:spMkLst>
            <pc:docMk/>
            <pc:sldMk cId="3854761694" sldId="263"/>
            <ac:spMk id="2" creationId="{7E0EF4E3-7DAE-EC8A-2AA6-9D36B6E64B3F}"/>
          </ac:spMkLst>
        </pc:spChg>
        <pc:spChg chg="mod">
          <ac:chgData name="Simon Wolanin" userId="60387dca0f89eeaf" providerId="LiveId" clId="{C5EFC0E4-02D9-4B85-A539-89BBF74EAA9D}" dt="2025-01-09T10:09:00.596" v="1530" actId="20577"/>
          <ac:spMkLst>
            <pc:docMk/>
            <pc:sldMk cId="3854761694" sldId="263"/>
            <ac:spMk id="3" creationId="{BD9C1EA4-8CA6-5849-DBA6-E9985AEFFFB2}"/>
          </ac:spMkLst>
        </pc:spChg>
      </pc:sldChg>
      <pc:sldChg chg="addSp delSp modSp new mod">
        <pc:chgData name="Simon Wolanin" userId="60387dca0f89eeaf" providerId="LiveId" clId="{C5EFC0E4-02D9-4B85-A539-89BBF74EAA9D}" dt="2025-01-09T10:25:48.334" v="3416" actId="20577"/>
        <pc:sldMkLst>
          <pc:docMk/>
          <pc:sldMk cId="943438036" sldId="264"/>
        </pc:sldMkLst>
        <pc:spChg chg="mod">
          <ac:chgData name="Simon Wolanin" userId="60387dca0f89eeaf" providerId="LiveId" clId="{C5EFC0E4-02D9-4B85-A539-89BBF74EAA9D}" dt="2025-01-09T10:25:48.334" v="3416" actId="20577"/>
          <ac:spMkLst>
            <pc:docMk/>
            <pc:sldMk cId="943438036" sldId="264"/>
            <ac:spMk id="2" creationId="{EAE77946-8E0B-2E71-D7AD-5EB37344B5A7}"/>
          </ac:spMkLst>
        </pc:spChg>
        <pc:spChg chg="del">
          <ac:chgData name="Simon Wolanin" userId="60387dca0f89eeaf" providerId="LiveId" clId="{C5EFC0E4-02D9-4B85-A539-89BBF74EAA9D}" dt="2025-01-09T10:13:10.111" v="1613" actId="478"/>
          <ac:spMkLst>
            <pc:docMk/>
            <pc:sldMk cId="943438036" sldId="264"/>
            <ac:spMk id="3" creationId="{66040C62-0407-FFC9-54D5-D24150103577}"/>
          </ac:spMkLst>
        </pc:spChg>
        <pc:spChg chg="del">
          <ac:chgData name="Simon Wolanin" userId="60387dca0f89eeaf" providerId="LiveId" clId="{C5EFC0E4-02D9-4B85-A539-89BBF74EAA9D}" dt="2025-01-09T10:12:41.197" v="1605" actId="931"/>
          <ac:spMkLst>
            <pc:docMk/>
            <pc:sldMk cId="943438036" sldId="264"/>
            <ac:spMk id="4" creationId="{65EB99BC-27D9-A480-9B53-348FD7497235}"/>
          </ac:spMkLst>
        </pc:spChg>
        <pc:picChg chg="add mod">
          <ac:chgData name="Simon Wolanin" userId="60387dca0f89eeaf" providerId="LiveId" clId="{C5EFC0E4-02D9-4B85-A539-89BBF74EAA9D}" dt="2025-01-09T10:25:28.979" v="3369" actId="14100"/>
          <ac:picMkLst>
            <pc:docMk/>
            <pc:sldMk cId="943438036" sldId="264"/>
            <ac:picMk id="6" creationId="{427C71B7-EF60-1DF5-775C-95B6503495FF}"/>
          </ac:picMkLst>
        </pc:picChg>
      </pc:sldChg>
      <pc:sldChg chg="modSp new del mod">
        <pc:chgData name="Simon Wolanin" userId="60387dca0f89eeaf" providerId="LiveId" clId="{C5EFC0E4-02D9-4B85-A539-89BBF74EAA9D}" dt="2025-01-09T10:11:23.232" v="1592" actId="47"/>
        <pc:sldMkLst>
          <pc:docMk/>
          <pc:sldMk cId="1016121236" sldId="264"/>
        </pc:sldMkLst>
        <pc:spChg chg="mod">
          <ac:chgData name="Simon Wolanin" userId="60387dca0f89eeaf" providerId="LiveId" clId="{C5EFC0E4-02D9-4B85-A539-89BBF74EAA9D}" dt="2025-01-09T10:11:17.458" v="1591" actId="20577"/>
          <ac:spMkLst>
            <pc:docMk/>
            <pc:sldMk cId="1016121236" sldId="264"/>
            <ac:spMk id="2" creationId="{E08F6336-D39A-5A2C-8E29-DA1F4E7F4266}"/>
          </ac:spMkLst>
        </pc:spChg>
      </pc:sldChg>
      <pc:sldChg chg="new del">
        <pc:chgData name="Simon Wolanin" userId="60387dca0f89eeaf" providerId="LiveId" clId="{C5EFC0E4-02D9-4B85-A539-89BBF74EAA9D}" dt="2025-01-09T10:11:36.598" v="1594" actId="47"/>
        <pc:sldMkLst>
          <pc:docMk/>
          <pc:sldMk cId="2046711046" sldId="264"/>
        </pc:sldMkLst>
      </pc:sldChg>
      <pc:sldChg chg="modSp new mod">
        <pc:chgData name="Simon Wolanin" userId="60387dca0f89eeaf" providerId="LiveId" clId="{C5EFC0E4-02D9-4B85-A539-89BBF74EAA9D}" dt="2025-01-09T10:17:31.144" v="2182" actId="20577"/>
        <pc:sldMkLst>
          <pc:docMk/>
          <pc:sldMk cId="1165904905" sldId="265"/>
        </pc:sldMkLst>
        <pc:spChg chg="mod">
          <ac:chgData name="Simon Wolanin" userId="60387dca0f89eeaf" providerId="LiveId" clId="{C5EFC0E4-02D9-4B85-A539-89BBF74EAA9D}" dt="2025-01-09T10:13:39.413" v="1632" actId="20577"/>
          <ac:spMkLst>
            <pc:docMk/>
            <pc:sldMk cId="1165904905" sldId="265"/>
            <ac:spMk id="2" creationId="{0B13805B-D200-1AFC-8006-FB79237BA05D}"/>
          </ac:spMkLst>
        </pc:spChg>
        <pc:spChg chg="mod">
          <ac:chgData name="Simon Wolanin" userId="60387dca0f89eeaf" providerId="LiveId" clId="{C5EFC0E4-02D9-4B85-A539-89BBF74EAA9D}" dt="2025-01-09T10:17:31.144" v="2182" actId="20577"/>
          <ac:spMkLst>
            <pc:docMk/>
            <pc:sldMk cId="1165904905" sldId="265"/>
            <ac:spMk id="3" creationId="{B75278F9-9EA0-B289-328B-C5D3AFD81A2B}"/>
          </ac:spMkLst>
        </pc:spChg>
      </pc:sldChg>
      <pc:sldChg chg="new del">
        <pc:chgData name="Simon Wolanin" userId="60387dca0f89eeaf" providerId="LiveId" clId="{C5EFC0E4-02D9-4B85-A539-89BBF74EAA9D}" dt="2025-01-09T10:13:32.941" v="1622" actId="47"/>
        <pc:sldMkLst>
          <pc:docMk/>
          <pc:sldMk cId="2677153386" sldId="265"/>
        </pc:sldMkLst>
      </pc:sldChg>
      <pc:sldChg chg="modSp new del mod">
        <pc:chgData name="Simon Wolanin" userId="60387dca0f89eeaf" providerId="LiveId" clId="{C5EFC0E4-02D9-4B85-A539-89BBF74EAA9D}" dt="2025-01-09T10:13:26.741" v="1620" actId="47"/>
        <pc:sldMkLst>
          <pc:docMk/>
          <pc:sldMk cId="4084214009" sldId="265"/>
        </pc:sldMkLst>
        <pc:spChg chg="mod">
          <ac:chgData name="Simon Wolanin" userId="60387dca0f89eeaf" providerId="LiveId" clId="{C5EFC0E4-02D9-4B85-A539-89BBF74EAA9D}" dt="2025-01-09T10:13:25.083" v="1619" actId="20577"/>
          <ac:spMkLst>
            <pc:docMk/>
            <pc:sldMk cId="4084214009" sldId="265"/>
            <ac:spMk id="2" creationId="{C1A12225-483A-EB13-20E0-00566C89CB0B}"/>
          </ac:spMkLst>
        </pc:spChg>
        <pc:spChg chg="mod">
          <ac:chgData name="Simon Wolanin" userId="60387dca0f89eeaf" providerId="LiveId" clId="{C5EFC0E4-02D9-4B85-A539-89BBF74EAA9D}" dt="2025-01-09T10:13:23.619" v="1617" actId="1076"/>
          <ac:spMkLst>
            <pc:docMk/>
            <pc:sldMk cId="4084214009" sldId="265"/>
            <ac:spMk id="3" creationId="{16BF3F81-D1B3-185D-0848-A2242E324078}"/>
          </ac:spMkLst>
        </pc:spChg>
      </pc:sldChg>
      <pc:sldChg chg="modSp new mod">
        <pc:chgData name="Simon Wolanin" userId="60387dca0f89eeaf" providerId="LiveId" clId="{C5EFC0E4-02D9-4B85-A539-89BBF74EAA9D}" dt="2025-01-09T10:26:17.691" v="3418" actId="20577"/>
        <pc:sldMkLst>
          <pc:docMk/>
          <pc:sldMk cId="1450389161" sldId="266"/>
        </pc:sldMkLst>
        <pc:spChg chg="mod">
          <ac:chgData name="Simon Wolanin" userId="60387dca0f89eeaf" providerId="LiveId" clId="{C5EFC0E4-02D9-4B85-A539-89BBF74EAA9D}" dt="2025-01-09T10:18:14.451" v="2207" actId="20577"/>
          <ac:spMkLst>
            <pc:docMk/>
            <pc:sldMk cId="1450389161" sldId="266"/>
            <ac:spMk id="2" creationId="{7CA96717-D84E-163F-B36C-171F9A1E2D34}"/>
          </ac:spMkLst>
        </pc:spChg>
        <pc:spChg chg="mod">
          <ac:chgData name="Simon Wolanin" userId="60387dca0f89eeaf" providerId="LiveId" clId="{C5EFC0E4-02D9-4B85-A539-89BBF74EAA9D}" dt="2025-01-09T10:26:17.691" v="3418" actId="20577"/>
          <ac:spMkLst>
            <pc:docMk/>
            <pc:sldMk cId="1450389161" sldId="266"/>
            <ac:spMk id="3" creationId="{CF53260F-9195-5A4D-22E5-A7983D463BF4}"/>
          </ac:spMkLst>
        </pc:spChg>
      </pc:sldChg>
      <pc:sldChg chg="modSp new mod">
        <pc:chgData name="Simon Wolanin" userId="60387dca0f89eeaf" providerId="LiveId" clId="{C5EFC0E4-02D9-4B85-A539-89BBF74EAA9D}" dt="2025-01-09T10:23:50.815" v="3239" actId="20577"/>
        <pc:sldMkLst>
          <pc:docMk/>
          <pc:sldMk cId="2198243216" sldId="267"/>
        </pc:sldMkLst>
        <pc:spChg chg="mod">
          <ac:chgData name="Simon Wolanin" userId="60387dca0f89eeaf" providerId="LiveId" clId="{C5EFC0E4-02D9-4B85-A539-89BBF74EAA9D}" dt="2025-01-09T10:21:07.210" v="2724" actId="20577"/>
          <ac:spMkLst>
            <pc:docMk/>
            <pc:sldMk cId="2198243216" sldId="267"/>
            <ac:spMk id="2" creationId="{3342F314-B2D1-C34D-A69B-2096EC66E683}"/>
          </ac:spMkLst>
        </pc:spChg>
        <pc:spChg chg="mod">
          <ac:chgData name="Simon Wolanin" userId="60387dca0f89eeaf" providerId="LiveId" clId="{C5EFC0E4-02D9-4B85-A539-89BBF74EAA9D}" dt="2025-01-09T10:23:50.815" v="3239" actId="20577"/>
          <ac:spMkLst>
            <pc:docMk/>
            <pc:sldMk cId="2198243216" sldId="267"/>
            <ac:spMk id="3" creationId="{C2478BA9-8B5D-4CA4-A7C3-56591C6699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225D7-E8EB-28AC-CDC0-FF86873EC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5F88F0-1466-CA0C-AE10-6E66A75CC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77B15F-821B-7B67-BA47-DB9BFE8B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22E4C6-CB13-8CAF-E47E-5DB78FD7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181877-4696-8077-2992-543F702D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573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CDFAB0-435F-3113-F875-139A17F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C9A811-351A-A842-9A4F-71BCFEA25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ED712A-3FE8-4945-79BD-A85EDB61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4A3DAB-502A-892E-58C6-0A5729F6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224B83-970E-449C-D9E7-4B387DF5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102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8F2D84-69F8-7466-5A2D-2533BCDA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53A191-B4D3-0E01-44F1-4A61E6FFE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1E3726-9A48-EBC2-9B33-330EB7E3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ABA92D-78A9-55E8-84EB-189CF95AA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126C3A-2462-4612-9997-C836BECE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2368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7377EB-8E42-10F0-BFC2-3AC8EC46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B7F0B3-7B01-99D7-2B38-1B2545A2D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C41301-B077-9804-CA0A-187CCD3A9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E14F2B-6323-2FA3-C1D6-DBFB2A2C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7161F8-7518-00F7-2085-06C8A1B8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CF0148-6B79-949D-E843-FBB05882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99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0BF74-CC03-FC96-6598-3A05E13D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76C603-11A3-82AA-91A0-80A0BFB29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49F5C9-A7EB-4102-A174-6CA422A20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D78B4C-4B36-BE35-58A2-FAE4B718E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8E57A7F-0493-2374-AE3C-4C0AC7C11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A2ACE-CFF5-0E5F-0122-7C90B6B2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A902A9-8F79-8A91-4632-6F97374B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4924D91-F6CD-DC2A-82B9-D94675CE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066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CDB4A-C038-7E9A-AB15-3EE24736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5EEC9D-30E0-B9CC-0004-8AB10753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6F07E1-4FBB-9EFA-6951-922E7C4F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720F4B-C0F0-9164-4D8C-DFE5DE0B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921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391FAB0-9F1D-DE0A-6069-EC637A7C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9A6C92-F8A5-838C-587D-B9FF2E1C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4135C3-D8BD-9095-AF94-AF85B97B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9076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3B9DE-382F-9780-A2ED-601DA0E0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A1C12B-CC13-AA4F-606A-C2D52C89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EEB355-7BAE-8840-5F35-779246FA9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04DD59-B39E-16B4-F292-96ACAD24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893F74-F8C0-4197-5DBB-F1521C5D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AA5C95-55E7-A498-7498-9E549C2B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6068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67F471-3AA2-A352-CA16-546DFA33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6D603CD-EE11-0EF6-0005-E0A4FB796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F2D525-118D-C843-67AB-79D0C2B24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4B5CEB-0209-EE8A-6F9A-012890B1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02582E-8435-E6FB-7D94-4ECEE1651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3A5B29-DDF3-1327-33C0-10B88759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750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0F23BB-2517-A258-719D-BB4655BE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55A451-371A-9F8B-F9E4-BAB8F28C5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442827-C873-14BC-52CD-B29B733D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887859-4905-165B-779A-75910E6C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BA8C44-E28F-A781-DD5D-EB1E0808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301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1B51C5-784F-5224-1352-C7C438A34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9885A4-9906-2CC5-E6BA-8B5A93A91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E4AE87-B800-89AF-B95D-374CA4C6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CA9CD5-830D-27E8-9503-A25C25D0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F4F837-F203-E03E-AA33-502CBDDF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955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CA3A97-89F2-7431-7EAC-41114C56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A920E6-1BCC-CEA0-4E58-B77A7E439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26569-EE96-B0D0-B101-B32881B5B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AB42D-DC4C-4D78-A861-25F337ADDBFF}" type="datetimeFigureOut">
              <a:rPr lang="de-CH" smtClean="0"/>
              <a:t>09.01.2025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3F978-1866-8547-1C48-98EDABB2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E8B007-2F07-CA19-BEA9-47FCB76AB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6BC33-3928-4EB0-8E64-8D7D3940DEB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421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DC8F1-B9F5-B001-070E-6BE0865AF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680" y="1376921"/>
            <a:ext cx="6444343" cy="2387600"/>
          </a:xfrm>
        </p:spPr>
        <p:txBody>
          <a:bodyPr>
            <a:normAutofit fontScale="90000"/>
          </a:bodyPr>
          <a:lstStyle/>
          <a:p>
            <a:r>
              <a:rPr lang="de-CH" dirty="0"/>
              <a:t>Management </a:t>
            </a:r>
            <a:r>
              <a:rPr lang="de-CH" dirty="0" err="1"/>
              <a:t>Changes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LLMs </a:t>
            </a:r>
            <a:r>
              <a:rPr lang="de-CH" dirty="0" err="1"/>
              <a:t>for</a:t>
            </a:r>
            <a:r>
              <a:rPr lang="de-CH" dirty="0"/>
              <a:t> AWP Finanznachrichten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168B02-A8BC-97E4-81B3-1C4B326C9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79145"/>
            <a:ext cx="9144000" cy="1655762"/>
          </a:xfrm>
        </p:spPr>
        <p:txBody>
          <a:bodyPr/>
          <a:lstStyle/>
          <a:p>
            <a:r>
              <a:rPr lang="de-CH" i="1" dirty="0"/>
              <a:t>Project CAS ADML 24.1 – Modul Large </a:t>
            </a:r>
            <a:r>
              <a:rPr lang="de-CH" i="1" dirty="0" err="1"/>
              <a:t>Langauge</a:t>
            </a:r>
            <a:r>
              <a:rPr lang="de-CH" i="1" dirty="0"/>
              <a:t> Models (LLMs)</a:t>
            </a:r>
          </a:p>
          <a:p>
            <a:r>
              <a:rPr lang="de-CH" i="1" dirty="0"/>
              <a:t>Autor: Simon Wolanin</a:t>
            </a:r>
          </a:p>
        </p:txBody>
      </p:sp>
      <p:pic>
        <p:nvPicPr>
          <p:cNvPr id="5" name="Grafik 4" descr="Ein Bild, das Kleidung, Mann, Gebäude, Groß enthält.&#10;&#10;Automatisch generierte Beschreibung">
            <a:extLst>
              <a:ext uri="{FF2B5EF4-FFF2-40B4-BE49-F238E27FC236}">
                <a16:creationId xmlns:a16="http://schemas.microsoft.com/office/drawing/2014/main" id="{11609F4D-1CB7-4C27-BC7D-F05B0DFB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420" y="512466"/>
            <a:ext cx="3858567" cy="385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30AF1-487D-87A2-D3E5-8A06896F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Task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6D6FB9-748B-061E-65D5-6F54A08F2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AWP </a:t>
            </a:r>
            <a:r>
              <a:rPr lang="de-CH" dirty="0" err="1"/>
              <a:t>is</a:t>
            </a:r>
            <a:r>
              <a:rPr lang="de-CH" dirty="0"/>
              <a:t> a </a:t>
            </a:r>
            <a:r>
              <a:rPr lang="de-CH" dirty="0" err="1"/>
              <a:t>financial</a:t>
            </a:r>
            <a:r>
              <a:rPr lang="de-CH" dirty="0"/>
              <a:t> </a:t>
            </a:r>
            <a:r>
              <a:rPr lang="de-CH" dirty="0" err="1"/>
              <a:t>news</a:t>
            </a:r>
            <a:r>
              <a:rPr lang="de-CH" dirty="0"/>
              <a:t> </a:t>
            </a:r>
            <a:r>
              <a:rPr lang="de-CH" dirty="0" err="1"/>
              <a:t>agency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publishes</a:t>
            </a:r>
            <a:r>
              <a:rPr lang="de-CH" dirty="0"/>
              <a:t> </a:t>
            </a:r>
            <a:r>
              <a:rPr lang="de-CH" dirty="0" err="1"/>
              <a:t>management</a:t>
            </a:r>
            <a:r>
              <a:rPr lang="de-CH" dirty="0"/>
              <a:t> </a:t>
            </a:r>
            <a:r>
              <a:rPr lang="de-CH" dirty="0" err="1"/>
              <a:t>changes</a:t>
            </a:r>
            <a:r>
              <a:rPr lang="de-CH" dirty="0"/>
              <a:t> of all </a:t>
            </a:r>
            <a:r>
              <a:rPr lang="de-CH" dirty="0" err="1"/>
              <a:t>major</a:t>
            </a:r>
            <a:r>
              <a:rPr lang="de-CH" dirty="0"/>
              <a:t> </a:t>
            </a:r>
            <a:r>
              <a:rPr lang="de-CH" dirty="0" err="1"/>
              <a:t>companies</a:t>
            </a:r>
            <a:r>
              <a:rPr lang="de-CH" dirty="0"/>
              <a:t> in </a:t>
            </a:r>
            <a:r>
              <a:rPr lang="de-CH" dirty="0" err="1"/>
              <a:t>Switzerland</a:t>
            </a:r>
            <a:r>
              <a:rPr lang="de-CH" dirty="0"/>
              <a:t> on a </a:t>
            </a:r>
            <a:r>
              <a:rPr lang="de-CH" dirty="0" err="1"/>
              <a:t>daily</a:t>
            </a:r>
            <a:r>
              <a:rPr lang="de-CH" dirty="0"/>
              <a:t> </a:t>
            </a:r>
            <a:r>
              <a:rPr lang="de-CH" dirty="0" err="1"/>
              <a:t>basis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The </a:t>
            </a:r>
            <a:r>
              <a:rPr lang="de-CH" dirty="0" err="1"/>
              <a:t>task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rather</a:t>
            </a:r>
            <a:r>
              <a:rPr lang="de-CH" dirty="0"/>
              <a:t> redundant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editors</a:t>
            </a:r>
            <a:r>
              <a:rPr lang="de-CH" dirty="0"/>
              <a:t> and </a:t>
            </a:r>
            <a:r>
              <a:rPr lang="de-CH" dirty="0" err="1"/>
              <a:t>takes</a:t>
            </a:r>
            <a:r>
              <a:rPr lang="de-CH" dirty="0"/>
              <a:t> a </a:t>
            </a:r>
            <a:r>
              <a:rPr lang="de-CH" dirty="0" err="1"/>
              <a:t>lot</a:t>
            </a:r>
            <a:r>
              <a:rPr lang="de-CH" dirty="0"/>
              <a:t> of time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needed</a:t>
            </a:r>
            <a:r>
              <a:rPr lang="de-CH" dirty="0"/>
              <a:t> </a:t>
            </a:r>
            <a:r>
              <a:rPr lang="de-CH" dirty="0" err="1"/>
              <a:t>elsewhere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Idea: </a:t>
            </a:r>
            <a:r>
              <a:rPr lang="de-CH" dirty="0" err="1"/>
              <a:t>Let</a:t>
            </a:r>
            <a:r>
              <a:rPr lang="de-CH" dirty="0"/>
              <a:t> LLMs do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work</a:t>
            </a:r>
            <a:r>
              <a:rPr lang="de-CH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62077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6BA63-E630-A77E-21E7-66E7E382E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Process</a:t>
            </a:r>
            <a:endParaRPr lang="de-CH" dirty="0"/>
          </a:p>
        </p:txBody>
      </p:sp>
      <p:pic>
        <p:nvPicPr>
          <p:cNvPr id="8" name="Grafik 7" descr="Ein Bild, das Grafiken, Screenshot, Schwarz, Symbol enthält.&#10;&#10;Automatisch generierte Beschreibung">
            <a:extLst>
              <a:ext uri="{FF2B5EF4-FFF2-40B4-BE49-F238E27FC236}">
                <a16:creationId xmlns:a16="http://schemas.microsoft.com/office/drawing/2014/main" id="{0452A8F7-0398-7C42-E2B3-84D66114F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56" y="2120092"/>
            <a:ext cx="2303264" cy="147732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7C4AEBF-FBCF-F944-1128-03B26C5246DA}"/>
              </a:ext>
            </a:extLst>
          </p:cNvPr>
          <p:cNvSpPr txBox="1"/>
          <p:nvPr/>
        </p:nvSpPr>
        <p:spPr>
          <a:xfrm>
            <a:off x="473906" y="4051919"/>
            <a:ext cx="2340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/>
              <a:t>Mail </a:t>
            </a:r>
            <a:r>
              <a:rPr lang="de-CH" dirty="0" err="1"/>
              <a:t>with</a:t>
            </a:r>
            <a:r>
              <a:rPr lang="de-CH" dirty="0"/>
              <a:t> Management News </a:t>
            </a:r>
            <a:r>
              <a:rPr lang="de-CH" dirty="0" err="1"/>
              <a:t>arrives</a:t>
            </a:r>
            <a:r>
              <a:rPr lang="de-CH" dirty="0"/>
              <a:t> at AWP </a:t>
            </a:r>
            <a:r>
              <a:rPr lang="de-CH" dirty="0" err="1"/>
              <a:t>from</a:t>
            </a:r>
            <a:r>
              <a:rPr lang="de-CH" dirty="0"/>
              <a:t> a </a:t>
            </a:r>
            <a:r>
              <a:rPr lang="de-CH" dirty="0" err="1"/>
              <a:t>company</a:t>
            </a:r>
            <a:r>
              <a:rPr lang="de-CH" dirty="0"/>
              <a:t> (Press Release)</a:t>
            </a: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61E46BBA-78F5-EA0C-F010-917173C7AEF7}"/>
              </a:ext>
            </a:extLst>
          </p:cNvPr>
          <p:cNvSpPr/>
          <p:nvPr/>
        </p:nvSpPr>
        <p:spPr>
          <a:xfrm>
            <a:off x="3018502" y="2519543"/>
            <a:ext cx="1504336" cy="6784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4" name="Grafik 13" descr="Ein Bild, das Kreis, Schrift, Grafiken, weiß enthält.&#10;&#10;Automatisch generierte Beschreibung">
            <a:extLst>
              <a:ext uri="{FF2B5EF4-FFF2-40B4-BE49-F238E27FC236}">
                <a16:creationId xmlns:a16="http://schemas.microsoft.com/office/drawing/2014/main" id="{1DC6123F-B01D-ED67-D0B8-74C0C5670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38" y="1644472"/>
            <a:ext cx="2428568" cy="2428568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1476FE11-00EE-AB6D-1F44-D9C86659ABBC}"/>
              </a:ext>
            </a:extLst>
          </p:cNvPr>
          <p:cNvSpPr/>
          <p:nvPr/>
        </p:nvSpPr>
        <p:spPr>
          <a:xfrm>
            <a:off x="7039595" y="2507280"/>
            <a:ext cx="1504336" cy="6784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7" name="Grafik 16" descr="Ein Bild, das Screenshot, Rechteck, Majorelle Blue, Quadrat enthält.&#10;&#10;Automatisch generierte Beschreibung">
            <a:extLst>
              <a:ext uri="{FF2B5EF4-FFF2-40B4-BE49-F238E27FC236}">
                <a16:creationId xmlns:a16="http://schemas.microsoft.com/office/drawing/2014/main" id="{44A55255-5DD8-2E6B-C885-100373AA9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208" y="1422880"/>
            <a:ext cx="2428568" cy="242856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42533616-76C6-29BD-DFFD-A3441E2DFE12}"/>
              </a:ext>
            </a:extLst>
          </p:cNvPr>
          <p:cNvSpPr txBox="1"/>
          <p:nvPr/>
        </p:nvSpPr>
        <p:spPr>
          <a:xfrm>
            <a:off x="2972359" y="3426659"/>
            <a:ext cx="1797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Editors </a:t>
            </a:r>
            <a:r>
              <a:rPr lang="de-CH" dirty="0" err="1"/>
              <a:t>can</a:t>
            </a:r>
            <a:r>
              <a:rPr lang="de-CH" dirty="0"/>
              <a:t> just </a:t>
            </a:r>
            <a:r>
              <a:rPr lang="de-CH" dirty="0" err="1"/>
              <a:t>forward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mail </a:t>
            </a:r>
            <a:r>
              <a:rPr lang="de-CH" dirty="0" err="1"/>
              <a:t>to</a:t>
            </a:r>
            <a:r>
              <a:rPr lang="de-CH" dirty="0"/>
              <a:t> a </a:t>
            </a:r>
            <a:r>
              <a:rPr lang="de-CH" dirty="0" err="1"/>
              <a:t>defined</a:t>
            </a:r>
            <a:r>
              <a:rPr lang="de-CH" dirty="0"/>
              <a:t> mail </a:t>
            </a:r>
            <a:r>
              <a:rPr lang="de-CH" dirty="0" err="1"/>
              <a:t>adress</a:t>
            </a:r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B79875C-FD5F-25DC-6ADB-797456AD16BA}"/>
              </a:ext>
            </a:extLst>
          </p:cNvPr>
          <p:cNvSpPr txBox="1"/>
          <p:nvPr/>
        </p:nvSpPr>
        <p:spPr>
          <a:xfrm>
            <a:off x="4611027" y="4117014"/>
            <a:ext cx="23403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/>
              <a:t>LLM </a:t>
            </a:r>
            <a:r>
              <a:rPr lang="de-CH" dirty="0" err="1"/>
              <a:t>process</a:t>
            </a:r>
            <a:r>
              <a:rPr lang="de-CH" dirty="0"/>
              <a:t> </a:t>
            </a:r>
            <a:r>
              <a:rPr lang="de-CH" dirty="0" err="1"/>
              <a:t>reads</a:t>
            </a:r>
            <a:r>
              <a:rPr lang="de-CH" dirty="0"/>
              <a:t> </a:t>
            </a:r>
            <a:r>
              <a:rPr lang="de-CH" dirty="0" err="1"/>
              <a:t>content</a:t>
            </a:r>
            <a:r>
              <a:rPr lang="de-CH" dirty="0"/>
              <a:t> of </a:t>
            </a:r>
            <a:r>
              <a:rPr lang="de-CH" dirty="0" err="1"/>
              <a:t>the</a:t>
            </a:r>
            <a:r>
              <a:rPr lang="de-CH" dirty="0"/>
              <a:t> mail and </a:t>
            </a:r>
            <a:r>
              <a:rPr lang="de-CH" dirty="0" err="1"/>
              <a:t>creates</a:t>
            </a:r>
            <a:r>
              <a:rPr lang="de-CH" dirty="0"/>
              <a:t> a </a:t>
            </a:r>
            <a:r>
              <a:rPr lang="de-CH" dirty="0" err="1"/>
              <a:t>news</a:t>
            </a:r>
            <a:r>
              <a:rPr lang="de-CH" dirty="0"/>
              <a:t> </a:t>
            </a:r>
            <a:r>
              <a:rPr lang="de-CH" dirty="0" err="1"/>
              <a:t>suited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AWP Finanznachrichten in </a:t>
            </a:r>
            <a:r>
              <a:rPr lang="de-CH" dirty="0" err="1"/>
              <a:t>the</a:t>
            </a:r>
            <a:r>
              <a:rPr lang="de-CH" dirty="0"/>
              <a:t> proper </a:t>
            </a:r>
            <a:r>
              <a:rPr lang="de-CH" dirty="0" err="1"/>
              <a:t>language</a:t>
            </a:r>
            <a:r>
              <a:rPr lang="de-CH" dirty="0"/>
              <a:t> (German </a:t>
            </a:r>
            <a:r>
              <a:rPr lang="de-CH" dirty="0" err="1"/>
              <a:t>or</a:t>
            </a:r>
            <a:r>
              <a:rPr lang="de-CH" dirty="0"/>
              <a:t> French)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B296366-2049-AED9-7B89-E2303B8275F3}"/>
              </a:ext>
            </a:extLst>
          </p:cNvPr>
          <p:cNvSpPr txBox="1"/>
          <p:nvPr/>
        </p:nvSpPr>
        <p:spPr>
          <a:xfrm>
            <a:off x="8934021" y="4073040"/>
            <a:ext cx="23403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/>
              <a:t>Editors </a:t>
            </a:r>
            <a:r>
              <a:rPr lang="de-CH" dirty="0" err="1"/>
              <a:t>can</a:t>
            </a:r>
            <a:r>
              <a:rPr lang="de-CH" dirty="0"/>
              <a:t> check out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result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an App and </a:t>
            </a:r>
            <a:r>
              <a:rPr lang="de-CH" dirty="0" err="1"/>
              <a:t>compare</a:t>
            </a:r>
            <a:r>
              <a:rPr lang="de-CH" dirty="0"/>
              <a:t>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original, </a:t>
            </a:r>
            <a:r>
              <a:rPr lang="de-CH" dirty="0" err="1"/>
              <a:t>change</a:t>
            </a:r>
            <a:r>
              <a:rPr lang="de-CH" dirty="0"/>
              <a:t> </a:t>
            </a:r>
            <a:r>
              <a:rPr lang="de-CH" dirty="0" err="1"/>
              <a:t>things</a:t>
            </a:r>
            <a:r>
              <a:rPr lang="de-CH" dirty="0"/>
              <a:t> </a:t>
            </a:r>
            <a:r>
              <a:rPr lang="de-CH" dirty="0" err="1"/>
              <a:t>if</a:t>
            </a:r>
            <a:r>
              <a:rPr lang="de-CH" dirty="0"/>
              <a:t> </a:t>
            </a:r>
            <a:r>
              <a:rPr lang="de-CH" dirty="0" err="1"/>
              <a:t>needed</a:t>
            </a:r>
            <a:r>
              <a:rPr lang="de-CH" dirty="0"/>
              <a:t> and </a:t>
            </a:r>
            <a:r>
              <a:rPr lang="de-CH" dirty="0" err="1"/>
              <a:t>then</a:t>
            </a:r>
            <a:r>
              <a:rPr lang="de-CH" dirty="0"/>
              <a:t> publish </a:t>
            </a:r>
            <a:r>
              <a:rPr lang="de-CH" dirty="0" err="1"/>
              <a:t>it</a:t>
            </a:r>
            <a:r>
              <a:rPr lang="de-CH" dirty="0"/>
              <a:t> (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decline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result</a:t>
            </a:r>
            <a:r>
              <a:rPr lang="de-CH" dirty="0"/>
              <a:t>)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DA71AC4-D424-6B2E-79E7-FBB32590FC75}"/>
              </a:ext>
            </a:extLst>
          </p:cNvPr>
          <p:cNvSpPr txBox="1"/>
          <p:nvPr/>
        </p:nvSpPr>
        <p:spPr>
          <a:xfrm>
            <a:off x="7038837" y="3402133"/>
            <a:ext cx="1797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LLM </a:t>
            </a:r>
            <a:r>
              <a:rPr lang="de-CH" dirty="0" err="1"/>
              <a:t>text</a:t>
            </a:r>
            <a:r>
              <a:rPr lang="de-CH" dirty="0"/>
              <a:t> </a:t>
            </a:r>
            <a:r>
              <a:rPr lang="de-CH" dirty="0" err="1"/>
              <a:t>gets</a:t>
            </a:r>
            <a:r>
              <a:rPr lang="de-CH" dirty="0"/>
              <a:t> </a:t>
            </a:r>
            <a:r>
              <a:rPr lang="de-CH" dirty="0" err="1"/>
              <a:t>written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a internal DB</a:t>
            </a:r>
          </a:p>
        </p:txBody>
      </p:sp>
    </p:spTree>
    <p:extLst>
      <p:ext uri="{BB962C8B-B14F-4D97-AF65-F5344CB8AC3E}">
        <p14:creationId xmlns:p14="http://schemas.microsoft.com/office/powerpoint/2010/main" val="294292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EBFA1-CC07-1F35-509B-3DF5D4421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LLM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00F10F-FE13-CB67-97F6-CD350D47D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pretrained</a:t>
            </a:r>
            <a:r>
              <a:rPr lang="de-CH" dirty="0"/>
              <a:t> LLM: </a:t>
            </a:r>
            <a:r>
              <a:rPr lang="de-CH" b="1" dirty="0"/>
              <a:t>Claude 3.5 Sonnet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de-CH" dirty="0"/>
              <a:t>Delivers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best</a:t>
            </a:r>
            <a:r>
              <a:rPr lang="de-CH" dirty="0"/>
              <a:t> </a:t>
            </a:r>
            <a:r>
              <a:rPr lang="de-CH" dirty="0" err="1"/>
              <a:t>performance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a </a:t>
            </a:r>
            <a:r>
              <a:rPr lang="de-CH" dirty="0" err="1"/>
              <a:t>reasonable</a:t>
            </a:r>
            <a:r>
              <a:rPr lang="de-CH" dirty="0"/>
              <a:t> </a:t>
            </a:r>
            <a:r>
              <a:rPr lang="de-CH" dirty="0" err="1"/>
              <a:t>price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all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popular</a:t>
            </a:r>
            <a:r>
              <a:rPr lang="de-CH" dirty="0"/>
              <a:t> </a:t>
            </a:r>
            <a:r>
              <a:rPr lang="de-CH" dirty="0" err="1"/>
              <a:t>pretrained</a:t>
            </a:r>
            <a:r>
              <a:rPr lang="de-CH" dirty="0"/>
              <a:t> </a:t>
            </a:r>
            <a:r>
              <a:rPr lang="de-CH" dirty="0" err="1"/>
              <a:t>models</a:t>
            </a:r>
            <a:r>
              <a:rPr lang="de-CH" dirty="0"/>
              <a:t> </a:t>
            </a:r>
            <a:r>
              <a:rPr lang="de-CH" dirty="0" err="1"/>
              <a:t>available</a:t>
            </a:r>
            <a:r>
              <a:rPr lang="de-CH" dirty="0"/>
              <a:t> (OpenAI, Mistral, </a:t>
            </a:r>
            <a:r>
              <a:rPr lang="de-CH" dirty="0" err="1"/>
              <a:t>Llama</a:t>
            </a:r>
            <a:r>
              <a:rPr lang="de-CH" dirty="0"/>
              <a:t>, BERT)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de-CH" dirty="0" err="1"/>
              <a:t>Understands</a:t>
            </a:r>
            <a:r>
              <a:rPr lang="de-CH" dirty="0"/>
              <a:t> </a:t>
            </a:r>
            <a:r>
              <a:rPr lang="de-CH" dirty="0" err="1"/>
              <a:t>complex</a:t>
            </a:r>
            <a:r>
              <a:rPr lang="de-CH" dirty="0"/>
              <a:t> </a:t>
            </a:r>
            <a:r>
              <a:rPr lang="de-CH" dirty="0" err="1"/>
              <a:t>prompts</a:t>
            </a:r>
            <a:r>
              <a:rPr lang="de-CH" dirty="0"/>
              <a:t> and </a:t>
            </a:r>
            <a:r>
              <a:rPr lang="de-CH" dirty="0" err="1"/>
              <a:t>has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best</a:t>
            </a:r>
            <a:r>
              <a:rPr lang="de-CH" dirty="0"/>
              <a:t> </a:t>
            </a:r>
            <a:r>
              <a:rPr lang="de-CH" dirty="0" err="1"/>
              <a:t>text</a:t>
            </a:r>
            <a:r>
              <a:rPr lang="de-CH" dirty="0"/>
              <a:t> </a:t>
            </a:r>
            <a:r>
              <a:rPr lang="de-CH" dirty="0" err="1"/>
              <a:t>quality</a:t>
            </a:r>
            <a:r>
              <a:rPr lang="de-CH" dirty="0"/>
              <a:t> in German and French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really</a:t>
            </a:r>
            <a:r>
              <a:rPr lang="de-CH" dirty="0"/>
              <a:t> fast in </a:t>
            </a:r>
            <a:r>
              <a:rPr lang="de-CH" dirty="0" err="1"/>
              <a:t>processing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needed</a:t>
            </a:r>
            <a:r>
              <a:rPr lang="de-CH" dirty="0"/>
              <a:t> </a:t>
            </a:r>
            <a:r>
              <a:rPr lang="de-CH" dirty="0" err="1"/>
              <a:t>texts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2529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55A3B-B8D4-FE44-686C-A3D8678D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Prompts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669761-DBBD-6140-334B-27A257F9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CH" b="1" dirty="0"/>
              <a:t>Check </a:t>
            </a:r>
            <a:r>
              <a:rPr lang="de-CH" b="1" dirty="0" err="1"/>
              <a:t>if</a:t>
            </a:r>
            <a:r>
              <a:rPr lang="de-CH" b="1" dirty="0"/>
              <a:t> Text </a:t>
            </a:r>
            <a:r>
              <a:rPr lang="de-CH" b="1" dirty="0" err="1"/>
              <a:t>is</a:t>
            </a:r>
            <a:r>
              <a:rPr lang="de-CH" b="1" dirty="0"/>
              <a:t> a </a:t>
            </a:r>
            <a:r>
              <a:rPr lang="de-CH" b="1" dirty="0" err="1"/>
              <a:t>media</a:t>
            </a:r>
            <a:r>
              <a:rPr lang="de-CH" b="1" dirty="0"/>
              <a:t> release, and in </a:t>
            </a:r>
            <a:r>
              <a:rPr lang="de-CH" b="1" dirty="0" err="1"/>
              <a:t>which</a:t>
            </a:r>
            <a:r>
              <a:rPr lang="de-CH" b="1" dirty="0"/>
              <a:t> </a:t>
            </a:r>
            <a:r>
              <a:rPr lang="de-CH" b="1" dirty="0" err="1"/>
              <a:t>language</a:t>
            </a:r>
            <a:r>
              <a:rPr lang="de-CH" b="1" dirty="0"/>
              <a:t> </a:t>
            </a:r>
            <a:r>
              <a:rPr lang="de-CH" b="1" dirty="0" err="1"/>
              <a:t>it</a:t>
            </a:r>
            <a:r>
              <a:rPr lang="de-CH" b="1" dirty="0"/>
              <a:t> </a:t>
            </a:r>
            <a:r>
              <a:rPr lang="de-CH" b="1" dirty="0" err="1"/>
              <a:t>is</a:t>
            </a:r>
            <a:r>
              <a:rPr lang="de-CH" b="1" dirty="0"/>
              <a:t> </a:t>
            </a:r>
            <a:r>
              <a:rPr lang="de-CH" b="1" dirty="0" err="1"/>
              <a:t>written</a:t>
            </a:r>
            <a:endParaRPr lang="de-CH" b="1" dirty="0"/>
          </a:p>
          <a:p>
            <a:endParaRPr lang="de-CH" dirty="0"/>
          </a:p>
          <a:p>
            <a:pPr marL="0" indent="0">
              <a:buNone/>
            </a:pPr>
            <a:r>
              <a:rPr lang="de-DE" i="1" dirty="0" err="1"/>
              <a:t>prompt_check_press_release</a:t>
            </a:r>
            <a:r>
              <a:rPr lang="de-DE" i="1" dirty="0"/>
              <a:t> = 'Handelt es sich beim folgenden Text um eine Medienmitteilung? Bitte antworte nur mit einem Wort (entweder "JA" oder "NEIN"). Hier der Text: % </a:t>
            </a:r>
            <a:r>
              <a:rPr lang="de-DE" i="1" dirty="0" err="1"/>
              <a:t>s'</a:t>
            </a: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r>
              <a:rPr lang="de-DE" i="1" dirty="0" err="1"/>
              <a:t>prompt_check_german</a:t>
            </a:r>
            <a:r>
              <a:rPr lang="de-DE" i="1" dirty="0"/>
              <a:t> = 'Ist der folgende Text in deutscher Sprache verfasst? Bitte antworte nur mit einem Wort (entweder "JA" oder "NEIN"). Hier der Text: % </a:t>
            </a:r>
            <a:r>
              <a:rPr lang="de-DE" i="1" dirty="0" err="1"/>
              <a:t>s'</a:t>
            </a:r>
            <a:endParaRPr lang="de-DE" i="1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r>
              <a:rPr lang="de-DE" i="1" dirty="0" err="1"/>
              <a:t>prompt_check_french</a:t>
            </a:r>
            <a:r>
              <a:rPr lang="de-DE" i="1" dirty="0"/>
              <a:t> = 'Ist der folgende Text in französischer Sprache verfasst? Bitte antworte nur mit einem Wort (entweder "JA" oder "NEIN"). Hier der Text: % </a:t>
            </a:r>
            <a:r>
              <a:rPr lang="de-DE" i="1" dirty="0" err="1"/>
              <a:t>s'</a:t>
            </a:r>
            <a:endParaRPr lang="de-CH" i="1" dirty="0"/>
          </a:p>
        </p:txBody>
      </p:sp>
    </p:spTree>
    <p:extLst>
      <p:ext uri="{BB962C8B-B14F-4D97-AF65-F5344CB8AC3E}">
        <p14:creationId xmlns:p14="http://schemas.microsoft.com/office/powerpoint/2010/main" val="46650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4543D-C96F-CD1B-5A49-EF198127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Prompts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9A7CD8-1C5A-42C0-A651-E956565B7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CH" sz="4400" b="1" dirty="0"/>
              <a:t>Ask </a:t>
            </a:r>
            <a:r>
              <a:rPr lang="de-CH" sz="4400" b="1" dirty="0" err="1"/>
              <a:t>the</a:t>
            </a:r>
            <a:r>
              <a:rPr lang="de-CH" sz="4400" b="1" dirty="0"/>
              <a:t> </a:t>
            </a:r>
            <a:r>
              <a:rPr lang="de-CH" sz="4400" b="1" dirty="0" err="1"/>
              <a:t>model</a:t>
            </a:r>
            <a:r>
              <a:rPr lang="de-CH" sz="4400" b="1" dirty="0"/>
              <a:t> </a:t>
            </a:r>
            <a:r>
              <a:rPr lang="de-CH" sz="4400" b="1" dirty="0" err="1"/>
              <a:t>to</a:t>
            </a:r>
            <a:r>
              <a:rPr lang="de-CH" sz="4400" b="1" dirty="0"/>
              <a:t> </a:t>
            </a:r>
            <a:r>
              <a:rPr lang="de-CH" sz="4400" b="1" dirty="0" err="1"/>
              <a:t>write</a:t>
            </a:r>
            <a:r>
              <a:rPr lang="de-CH" sz="4400" b="1" dirty="0"/>
              <a:t> </a:t>
            </a:r>
            <a:r>
              <a:rPr lang="de-CH" sz="4400" b="1" dirty="0" err="1"/>
              <a:t>the</a:t>
            </a:r>
            <a:r>
              <a:rPr lang="de-CH" sz="4400" b="1" dirty="0"/>
              <a:t> </a:t>
            </a:r>
            <a:r>
              <a:rPr lang="de-CH" sz="4400" b="1" dirty="0" err="1"/>
              <a:t>text</a:t>
            </a:r>
            <a:r>
              <a:rPr lang="de-CH" sz="4400" b="1" dirty="0"/>
              <a:t> </a:t>
            </a:r>
            <a:r>
              <a:rPr lang="de-CH" sz="4400" b="1" dirty="0" err="1"/>
              <a:t>with</a:t>
            </a:r>
            <a:r>
              <a:rPr lang="de-CH" sz="4400" b="1" dirty="0"/>
              <a:t> </a:t>
            </a:r>
            <a:r>
              <a:rPr lang="de-CH" sz="4400" b="1" dirty="0" err="1"/>
              <a:t>specific</a:t>
            </a:r>
            <a:r>
              <a:rPr lang="de-CH" sz="4400" b="1" dirty="0"/>
              <a:t> </a:t>
            </a:r>
            <a:r>
              <a:rPr lang="de-CH" sz="4400" b="1" dirty="0" err="1"/>
              <a:t>rules</a:t>
            </a:r>
            <a:r>
              <a:rPr lang="de-CH" sz="4400" b="1" dirty="0"/>
              <a:t> </a:t>
            </a:r>
            <a:r>
              <a:rPr lang="de-CH" sz="4400" b="1" dirty="0" err="1"/>
              <a:t>suited</a:t>
            </a:r>
            <a:r>
              <a:rPr lang="de-CH" sz="4400" b="1" dirty="0"/>
              <a:t> </a:t>
            </a:r>
            <a:r>
              <a:rPr lang="de-CH" sz="4400" b="1" dirty="0" err="1"/>
              <a:t>for</a:t>
            </a:r>
            <a:r>
              <a:rPr lang="de-CH" sz="4400" b="1" dirty="0"/>
              <a:t> </a:t>
            </a:r>
            <a:r>
              <a:rPr lang="de-CH" sz="4400" b="1" dirty="0" err="1"/>
              <a:t>news</a:t>
            </a:r>
            <a:r>
              <a:rPr lang="de-CH" sz="4400" b="1" dirty="0"/>
              <a:t> </a:t>
            </a:r>
            <a:r>
              <a:rPr lang="de-CH" sz="4400" b="1" dirty="0" err="1"/>
              <a:t>agency</a:t>
            </a:r>
            <a:r>
              <a:rPr lang="de-CH" sz="4400" b="1" dirty="0"/>
              <a:t> </a:t>
            </a:r>
            <a:r>
              <a:rPr lang="de-CH" sz="4400" b="1" dirty="0" err="1"/>
              <a:t>texts</a:t>
            </a:r>
            <a:r>
              <a:rPr lang="de-CH" sz="4400" b="1" dirty="0"/>
              <a:t> of AWP</a:t>
            </a:r>
          </a:p>
          <a:p>
            <a:pPr marL="0" indent="0">
              <a:buNone/>
            </a:pPr>
            <a:r>
              <a:rPr lang="de-DE" i="1" dirty="0"/>
              <a:t>'Ich bin Redaktor in einer Agentur für Wirtschaftsnachrichten und muss aus einer Medienmitteilung eine kurze journalistische Nachricht zu Änderungen im Management schreiben.</a:t>
            </a:r>
          </a:p>
          <a:p>
            <a:pPr marL="0" indent="0">
              <a:buNone/>
            </a:pPr>
            <a:r>
              <a:rPr lang="de-DE" i="1" dirty="0"/>
              <a:t>Beim Schreiben der Nachricht gelten folgende Regeln:</a:t>
            </a:r>
          </a:p>
          <a:p>
            <a:pPr marL="0" indent="0">
              <a:buNone/>
            </a:pPr>
            <a:r>
              <a:rPr lang="de-DE" i="1" dirty="0"/>
              <a:t>- Im Titel darf kein Doppelpunkt vorkommen</a:t>
            </a:r>
          </a:p>
          <a:p>
            <a:pPr marL="0" indent="0">
              <a:buNone/>
            </a:pPr>
            <a:r>
              <a:rPr lang="de-DE" i="1" dirty="0"/>
              <a:t>- Der Nachrichtentext muss in sinnvolle Abschnitte unterteilt werden. Ein Abschnitt muss mehrere Sätze enthalten</a:t>
            </a:r>
          </a:p>
          <a:p>
            <a:pPr marL="0" indent="0">
              <a:buNone/>
            </a:pPr>
            <a:r>
              <a:rPr lang="de-DE" i="1" dirty="0"/>
              <a:t>- Im Text muss die Quelle der Informationen am Ende des ersten Abschnittes in einem nachgestellten Nebensatz stehen</a:t>
            </a:r>
          </a:p>
          <a:p>
            <a:pPr marL="0" indent="0">
              <a:buNone/>
            </a:pPr>
            <a:r>
              <a:rPr lang="de-DE" i="1" dirty="0"/>
              <a:t>- Ist die Quelle eine Medienmitteilung, muss gesagt werden, an welchem Wochentag diese veröffentlicht wurde</a:t>
            </a:r>
          </a:p>
          <a:p>
            <a:pPr marL="0" indent="0">
              <a:buNone/>
            </a:pPr>
            <a:r>
              <a:rPr lang="de-DE" i="1" dirty="0"/>
              <a:t>- Abkürzungen sollen ausgeschrieben werden (also zum Beispiel "Verwaltungsratspräsident" statt "VR-Präsident")</a:t>
            </a:r>
          </a:p>
          <a:p>
            <a:pPr marL="0" indent="0">
              <a:buNone/>
            </a:pPr>
            <a:r>
              <a:rPr lang="de-DE" i="1" dirty="0"/>
              <a:t>- Die englische Abkürzung "CIO" darf nie übersetzt werden. Ausnahmsweise darf hier die Abkürzung verwendet werden</a:t>
            </a:r>
          </a:p>
          <a:p>
            <a:pPr marL="0" indent="0">
              <a:buNone/>
            </a:pPr>
            <a:r>
              <a:rPr lang="de-DE" i="1" dirty="0"/>
              <a:t>- Wörtliche Zitate dürfen nicht benützt werden</a:t>
            </a:r>
          </a:p>
          <a:p>
            <a:pPr marL="0" indent="0">
              <a:buNone/>
            </a:pPr>
            <a:r>
              <a:rPr lang="de-DE" i="1" dirty="0"/>
              <a:t>- Die Nachricht soll keine Basis-Informationen zum betroffenen Unternehmen enthalten</a:t>
            </a:r>
          </a:p>
          <a:p>
            <a:pPr marL="0" indent="0">
              <a:buNone/>
            </a:pPr>
            <a:r>
              <a:rPr lang="de-DE" i="1" dirty="0"/>
              <a:t>Bitte markiere im Output den Titel mit dem Stichwort "</a:t>
            </a:r>
            <a:r>
              <a:rPr lang="de-DE" i="1" dirty="0" err="1"/>
              <a:t>AWP_Titel</a:t>
            </a:r>
            <a:r>
              <a:rPr lang="de-DE" i="1" dirty="0"/>
              <a:t>" und den Nachrichtentext mit dem Stichwort "</a:t>
            </a:r>
            <a:r>
              <a:rPr lang="de-DE" i="1" dirty="0" err="1"/>
              <a:t>AWP_Text</a:t>
            </a:r>
            <a:r>
              <a:rPr lang="de-DE" i="1" dirty="0"/>
              <a:t>". Hier ist die Medienmitteilung: % s''</a:t>
            </a:r>
            <a:endParaRPr lang="de-CH" i="1" dirty="0"/>
          </a:p>
        </p:txBody>
      </p:sp>
    </p:spTree>
    <p:extLst>
      <p:ext uri="{BB962C8B-B14F-4D97-AF65-F5344CB8AC3E}">
        <p14:creationId xmlns:p14="http://schemas.microsoft.com/office/powerpoint/2010/main" val="3704186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D811-5E43-2ED7-2563-FB235095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EF4E3-7DAE-EC8A-2AA6-9D36B6E6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Prompts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9C1EA4-8CA6-5849-DBA6-E9985AEFF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Find out </a:t>
            </a:r>
            <a:r>
              <a:rPr lang="de-CH" b="1" dirty="0" err="1"/>
              <a:t>which</a:t>
            </a:r>
            <a:r>
              <a:rPr lang="de-CH" b="1" dirty="0"/>
              <a:t> </a:t>
            </a:r>
            <a:r>
              <a:rPr lang="de-CH" b="1" dirty="0" err="1"/>
              <a:t>company</a:t>
            </a:r>
            <a:r>
              <a:rPr lang="de-CH" b="1" dirty="0"/>
              <a:t> </a:t>
            </a:r>
            <a:r>
              <a:rPr lang="de-CH" b="1" dirty="0" err="1"/>
              <a:t>the</a:t>
            </a:r>
            <a:r>
              <a:rPr lang="de-CH" b="1" dirty="0"/>
              <a:t> </a:t>
            </a:r>
            <a:r>
              <a:rPr lang="de-CH" b="1" dirty="0" err="1"/>
              <a:t>text</a:t>
            </a:r>
            <a:r>
              <a:rPr lang="de-CH" b="1" dirty="0"/>
              <a:t> </a:t>
            </a:r>
            <a:r>
              <a:rPr lang="de-CH" b="1" dirty="0" err="1"/>
              <a:t>is</a:t>
            </a:r>
            <a:r>
              <a:rPr lang="de-CH" b="1" dirty="0"/>
              <a:t> </a:t>
            </a:r>
            <a:r>
              <a:rPr lang="de-CH" b="1" dirty="0" err="1"/>
              <a:t>about</a:t>
            </a:r>
            <a:r>
              <a:rPr lang="de-CH" b="1" dirty="0"/>
              <a:t> (</a:t>
            </a:r>
            <a:r>
              <a:rPr lang="de-CH" b="1" dirty="0" err="1"/>
              <a:t>for</a:t>
            </a:r>
            <a:r>
              <a:rPr lang="de-CH" b="1" dirty="0"/>
              <a:t> </a:t>
            </a:r>
            <a:r>
              <a:rPr lang="de-CH" b="1" dirty="0" err="1"/>
              <a:t>tagging</a:t>
            </a:r>
            <a:r>
              <a:rPr lang="de-CH" b="1" dirty="0"/>
              <a:t> </a:t>
            </a:r>
            <a:r>
              <a:rPr lang="de-CH" b="1" dirty="0" err="1"/>
              <a:t>the</a:t>
            </a:r>
            <a:r>
              <a:rPr lang="de-CH" b="1" dirty="0"/>
              <a:t> </a:t>
            </a:r>
            <a:r>
              <a:rPr lang="de-CH" b="1" dirty="0" err="1"/>
              <a:t>news</a:t>
            </a:r>
            <a:r>
              <a:rPr lang="de-CH" b="1" dirty="0"/>
              <a:t>)</a:t>
            </a:r>
          </a:p>
          <a:p>
            <a:pPr marL="0" indent="0">
              <a:buNone/>
            </a:pPr>
            <a:endParaRPr lang="de-CH" b="1" dirty="0"/>
          </a:p>
          <a:p>
            <a:pPr marL="0" indent="0">
              <a:buNone/>
            </a:pPr>
            <a:r>
              <a:rPr lang="de-CH" i="1" dirty="0" err="1"/>
              <a:t>prompt_extract_company</a:t>
            </a:r>
            <a:r>
              <a:rPr lang="de-CH" i="1" dirty="0"/>
              <a:t> = 'Bitte extrahiere den Firmennamen aus der folgenden Medienmitteilung. Markiere im Output den Firmennamen mit dem Stichwort "</a:t>
            </a:r>
            <a:r>
              <a:rPr lang="de-CH" i="1" dirty="0" err="1"/>
              <a:t>AWP_Firma</a:t>
            </a:r>
            <a:r>
              <a:rPr lang="de-CH" i="1" dirty="0"/>
              <a:t>". Füge in deiner Antwort nach dem Firmennamen keinen weiteren Text mehr hinzu. Hier der Text der Medienmitteilung : % </a:t>
            </a:r>
            <a:r>
              <a:rPr lang="de-CH" i="1" dirty="0" err="1"/>
              <a:t>s'</a:t>
            </a:r>
            <a:endParaRPr lang="de-CH" i="1" dirty="0"/>
          </a:p>
        </p:txBody>
      </p:sp>
    </p:spTree>
    <p:extLst>
      <p:ext uri="{BB962C8B-B14F-4D97-AF65-F5344CB8AC3E}">
        <p14:creationId xmlns:p14="http://schemas.microsoft.com/office/powerpoint/2010/main" val="3854761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77946-8E0B-2E71-D7AD-5EB37344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App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 </a:t>
            </a:r>
            <a:r>
              <a:rPr lang="de-CH" dirty="0" err="1"/>
              <a:t>news</a:t>
            </a:r>
            <a:r>
              <a:rPr lang="de-CH" dirty="0"/>
              <a:t> </a:t>
            </a:r>
            <a:r>
              <a:rPr lang="de-CH" dirty="0" err="1"/>
              <a:t>Landis+Gyr</a:t>
            </a:r>
            <a:endParaRPr lang="de-CH" dirty="0"/>
          </a:p>
        </p:txBody>
      </p:sp>
      <p:pic>
        <p:nvPicPr>
          <p:cNvPr id="6" name="Inhaltsplatzhalter 5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427C71B7-EF60-1DF5-775C-95B6503495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89" y="1391429"/>
            <a:ext cx="9360081" cy="5320466"/>
          </a:xfrm>
        </p:spPr>
      </p:pic>
    </p:spTree>
    <p:extLst>
      <p:ext uri="{BB962C8B-B14F-4D97-AF65-F5344CB8AC3E}">
        <p14:creationId xmlns:p14="http://schemas.microsoft.com/office/powerpoint/2010/main" val="94343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3805B-D200-1AFC-8006-FB79237B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App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278F9-9EA0-B289-328B-C5D3AFD81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Shows original </a:t>
            </a:r>
            <a:r>
              <a:rPr lang="de-CH" dirty="0" err="1"/>
              <a:t>text</a:t>
            </a:r>
            <a:r>
              <a:rPr lang="de-CH" dirty="0"/>
              <a:t> and </a:t>
            </a:r>
            <a:r>
              <a:rPr lang="de-CH" dirty="0" err="1"/>
              <a:t>created</a:t>
            </a:r>
            <a:r>
              <a:rPr lang="de-CH" dirty="0"/>
              <a:t> </a:t>
            </a:r>
            <a:r>
              <a:rPr lang="de-CH" dirty="0" err="1"/>
              <a:t>text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LLM</a:t>
            </a:r>
          </a:p>
          <a:p>
            <a:r>
              <a:rPr lang="de-CH" dirty="0"/>
              <a:t>Structured in title and </a:t>
            </a:r>
            <a:r>
              <a:rPr lang="de-CH" dirty="0" err="1"/>
              <a:t>text</a:t>
            </a:r>
            <a:endParaRPr lang="de-CH" dirty="0"/>
          </a:p>
          <a:p>
            <a:r>
              <a:rPr lang="de-CH" dirty="0"/>
              <a:t>Editors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adapt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text</a:t>
            </a:r>
            <a:r>
              <a:rPr lang="de-CH" dirty="0"/>
              <a:t> and check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hallucinations</a:t>
            </a:r>
            <a:endParaRPr lang="de-CH" dirty="0"/>
          </a:p>
          <a:p>
            <a:r>
              <a:rPr lang="de-CH" dirty="0"/>
              <a:t>Company </a:t>
            </a:r>
            <a:r>
              <a:rPr lang="de-CH" dirty="0" err="1"/>
              <a:t>tagging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provided</a:t>
            </a:r>
            <a:r>
              <a:rPr lang="de-CH" dirty="0"/>
              <a:t> and </a:t>
            </a:r>
            <a:r>
              <a:rPr lang="de-CH" dirty="0" err="1"/>
              <a:t>adaptable</a:t>
            </a:r>
            <a:endParaRPr lang="de-CH" dirty="0"/>
          </a:p>
          <a:p>
            <a:r>
              <a:rPr lang="de-CH" dirty="0"/>
              <a:t>Editors </a:t>
            </a:r>
            <a:r>
              <a:rPr lang="de-CH" dirty="0" err="1"/>
              <a:t>can</a:t>
            </a:r>
            <a:r>
              <a:rPr lang="de-CH" dirty="0"/>
              <a:t> publish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text</a:t>
            </a:r>
            <a:r>
              <a:rPr lang="de-CH" dirty="0"/>
              <a:t> </a:t>
            </a:r>
            <a:r>
              <a:rPr lang="de-CH" dirty="0" err="1"/>
              <a:t>directly</a:t>
            </a:r>
            <a:r>
              <a:rPr lang="de-CH" dirty="0"/>
              <a:t>, send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</a:t>
            </a:r>
            <a:r>
              <a:rPr lang="de-CH" dirty="0" err="1"/>
              <a:t>our</a:t>
            </a:r>
            <a:r>
              <a:rPr lang="de-CH" dirty="0"/>
              <a:t> </a:t>
            </a:r>
            <a:r>
              <a:rPr lang="de-CH" dirty="0" err="1"/>
              <a:t>content</a:t>
            </a:r>
            <a:r>
              <a:rPr lang="de-CH" dirty="0"/>
              <a:t> </a:t>
            </a:r>
            <a:r>
              <a:rPr lang="de-CH" dirty="0" err="1"/>
              <a:t>management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decline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text</a:t>
            </a:r>
            <a:r>
              <a:rPr lang="de-CH" dirty="0"/>
              <a:t> </a:t>
            </a:r>
            <a:r>
              <a:rPr lang="de-CH" dirty="0" err="1"/>
              <a:t>entirely</a:t>
            </a:r>
            <a:endParaRPr lang="de-CH" dirty="0"/>
          </a:p>
          <a:p>
            <a:r>
              <a:rPr lang="de-CH" dirty="0"/>
              <a:t>The </a:t>
            </a:r>
            <a:r>
              <a:rPr lang="de-CH" dirty="0" err="1"/>
              <a:t>feedback</a:t>
            </a:r>
            <a:r>
              <a:rPr lang="de-CH" dirty="0"/>
              <a:t> of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editors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stored</a:t>
            </a:r>
            <a:r>
              <a:rPr lang="de-CH" dirty="0"/>
              <a:t> in a DB</a:t>
            </a:r>
          </a:p>
          <a:p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environment</a:t>
            </a:r>
            <a:r>
              <a:rPr lang="de-CH" dirty="0"/>
              <a:t>: Shiny Apps (</a:t>
            </a:r>
            <a:r>
              <a:rPr lang="de-CH" dirty="0" err="1"/>
              <a:t>it’s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standard</a:t>
            </a:r>
            <a:r>
              <a:rPr lang="de-CH" dirty="0"/>
              <a:t> App </a:t>
            </a:r>
            <a:r>
              <a:rPr lang="de-CH" dirty="0" err="1"/>
              <a:t>environment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AWP)</a:t>
            </a:r>
          </a:p>
        </p:txBody>
      </p:sp>
    </p:spTree>
    <p:extLst>
      <p:ext uri="{BB962C8B-B14F-4D97-AF65-F5344CB8AC3E}">
        <p14:creationId xmlns:p14="http://schemas.microsoft.com/office/powerpoint/2010/main" val="116590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96717-D84E-163F-B36C-171F9A1E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Conclusion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53260F-9195-5A4D-22E5-A7983D463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CH" dirty="0"/>
              <a:t>Quality of </a:t>
            </a:r>
            <a:r>
              <a:rPr lang="de-CH" dirty="0" err="1"/>
              <a:t>output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surprisingly</a:t>
            </a:r>
            <a:r>
              <a:rPr lang="de-CH" dirty="0"/>
              <a:t> high,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very</a:t>
            </a:r>
            <a:r>
              <a:rPr lang="de-CH" dirty="0"/>
              <a:t> </a:t>
            </a:r>
            <a:r>
              <a:rPr lang="de-CH" dirty="0" err="1"/>
              <a:t>few</a:t>
            </a:r>
            <a:r>
              <a:rPr lang="de-CH" dirty="0"/>
              <a:t> </a:t>
            </a:r>
            <a:r>
              <a:rPr lang="de-CH" dirty="0" err="1"/>
              <a:t>adaptions</a:t>
            </a:r>
            <a:r>
              <a:rPr lang="de-CH" dirty="0"/>
              <a:t> </a:t>
            </a:r>
            <a:r>
              <a:rPr lang="de-CH" dirty="0" err="1"/>
              <a:t>needed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editors</a:t>
            </a:r>
            <a:r>
              <a:rPr lang="de-CH" dirty="0"/>
              <a:t> and </a:t>
            </a:r>
            <a:r>
              <a:rPr lang="de-CH" dirty="0" err="1"/>
              <a:t>almost</a:t>
            </a:r>
            <a:r>
              <a:rPr lang="de-CH" dirty="0"/>
              <a:t>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hallucinations</a:t>
            </a:r>
            <a:endParaRPr lang="de-CH" dirty="0"/>
          </a:p>
          <a:p>
            <a:r>
              <a:rPr lang="de-CH" dirty="0" err="1"/>
              <a:t>Experimenting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different </a:t>
            </a:r>
            <a:r>
              <a:rPr lang="de-CH" dirty="0" err="1"/>
              <a:t>models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very</a:t>
            </a:r>
            <a:r>
              <a:rPr lang="de-CH" dirty="0"/>
              <a:t> </a:t>
            </a:r>
            <a:r>
              <a:rPr lang="de-CH" dirty="0" err="1"/>
              <a:t>useful</a:t>
            </a:r>
            <a:r>
              <a:rPr lang="de-CH" dirty="0"/>
              <a:t>,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results</a:t>
            </a:r>
            <a:r>
              <a:rPr lang="de-CH" dirty="0"/>
              <a:t> </a:t>
            </a:r>
            <a:r>
              <a:rPr lang="de-CH" dirty="0" err="1"/>
              <a:t>vary</a:t>
            </a:r>
            <a:r>
              <a:rPr lang="de-CH" dirty="0"/>
              <a:t> </a:t>
            </a:r>
            <a:r>
              <a:rPr lang="de-CH" dirty="0" err="1"/>
              <a:t>quite</a:t>
            </a:r>
            <a:r>
              <a:rPr lang="de-CH" dirty="0"/>
              <a:t> a </a:t>
            </a:r>
            <a:r>
              <a:rPr lang="de-CH" dirty="0" err="1"/>
              <a:t>bit</a:t>
            </a:r>
            <a:endParaRPr lang="de-CH" dirty="0"/>
          </a:p>
          <a:p>
            <a:r>
              <a:rPr lang="de-CH" dirty="0"/>
              <a:t>Claude </a:t>
            </a:r>
            <a:r>
              <a:rPr lang="de-CH" dirty="0" err="1"/>
              <a:t>can</a:t>
            </a:r>
            <a:r>
              <a:rPr lang="de-CH" dirty="0"/>
              <a:t> handle German and French </a:t>
            </a:r>
            <a:r>
              <a:rPr lang="de-CH" dirty="0" err="1"/>
              <a:t>texts</a:t>
            </a:r>
            <a:r>
              <a:rPr lang="de-CH" dirty="0"/>
              <a:t> </a:t>
            </a:r>
            <a:r>
              <a:rPr lang="de-CH" dirty="0" err="1"/>
              <a:t>quite</a:t>
            </a:r>
            <a:r>
              <a:rPr lang="de-CH" dirty="0"/>
              <a:t> </a:t>
            </a:r>
            <a:r>
              <a:rPr lang="de-CH" dirty="0" err="1"/>
              <a:t>well</a:t>
            </a:r>
            <a:endParaRPr lang="de-CH" dirty="0"/>
          </a:p>
          <a:p>
            <a:r>
              <a:rPr lang="de-CH" dirty="0" err="1"/>
              <a:t>Specific</a:t>
            </a:r>
            <a:r>
              <a:rPr lang="de-CH" dirty="0"/>
              <a:t> </a:t>
            </a:r>
            <a:r>
              <a:rPr lang="de-CH" dirty="0" err="1"/>
              <a:t>prompting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tricky</a:t>
            </a:r>
            <a:r>
              <a:rPr lang="de-CH" dirty="0"/>
              <a:t>, </a:t>
            </a:r>
            <a:r>
              <a:rPr lang="de-CH" dirty="0" err="1"/>
              <a:t>lot</a:t>
            </a:r>
            <a:r>
              <a:rPr lang="de-CH" dirty="0"/>
              <a:t> of </a:t>
            </a:r>
            <a:r>
              <a:rPr lang="de-CH" dirty="0" err="1"/>
              <a:t>experimentation</a:t>
            </a:r>
            <a:r>
              <a:rPr lang="de-CH" dirty="0"/>
              <a:t> </a:t>
            </a:r>
            <a:r>
              <a:rPr lang="de-CH" dirty="0" err="1"/>
              <a:t>needed</a:t>
            </a:r>
            <a:endParaRPr lang="de-CH" dirty="0"/>
          </a:p>
          <a:p>
            <a:r>
              <a:rPr lang="de-CH" b="1" dirty="0"/>
              <a:t>Transparency </a:t>
            </a:r>
            <a:r>
              <a:rPr lang="de-CH" b="1" dirty="0" err="1"/>
              <a:t>is</a:t>
            </a:r>
            <a:r>
              <a:rPr lang="de-CH" b="1" dirty="0"/>
              <a:t> </a:t>
            </a:r>
            <a:r>
              <a:rPr lang="de-CH" b="1" dirty="0" err="1"/>
              <a:t>key</a:t>
            </a:r>
            <a:r>
              <a:rPr lang="de-CH" dirty="0"/>
              <a:t>: Editors </a:t>
            </a:r>
            <a:r>
              <a:rPr lang="de-CH" dirty="0" err="1"/>
              <a:t>need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see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source,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happened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text</a:t>
            </a:r>
            <a:r>
              <a:rPr lang="de-CH" dirty="0"/>
              <a:t> and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able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interfere</a:t>
            </a:r>
            <a:r>
              <a:rPr lang="de-CH" dirty="0"/>
              <a:t> and </a:t>
            </a:r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changes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like</a:t>
            </a:r>
          </a:p>
          <a:p>
            <a:r>
              <a:rPr lang="de-CH" dirty="0"/>
              <a:t>Acceptance of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editors</a:t>
            </a:r>
            <a:r>
              <a:rPr lang="de-CH" dirty="0"/>
              <a:t> was high so </a:t>
            </a:r>
            <a:r>
              <a:rPr lang="de-CH" dirty="0" err="1"/>
              <a:t>far</a:t>
            </a:r>
            <a:r>
              <a:rPr lang="de-CH" dirty="0"/>
              <a:t> (</a:t>
            </a:r>
            <a:r>
              <a:rPr lang="de-CH" dirty="0" err="1"/>
              <a:t>makes</a:t>
            </a:r>
            <a:r>
              <a:rPr lang="de-CH" dirty="0"/>
              <a:t> </a:t>
            </a:r>
            <a:r>
              <a:rPr lang="de-CH" dirty="0" err="1"/>
              <a:t>my</a:t>
            </a:r>
            <a:r>
              <a:rPr lang="de-CH" dirty="0"/>
              <a:t> </a:t>
            </a:r>
            <a:r>
              <a:rPr lang="de-CH" dirty="0" err="1"/>
              <a:t>life</a:t>
            </a:r>
            <a:r>
              <a:rPr lang="de-CH" dirty="0"/>
              <a:t> </a:t>
            </a:r>
            <a:r>
              <a:rPr lang="de-CH" dirty="0" err="1"/>
              <a:t>easier</a:t>
            </a:r>
            <a:r>
              <a:rPr lang="de-CH" dirty="0"/>
              <a:t>, I still </a:t>
            </a:r>
            <a:r>
              <a:rPr lang="de-CH" dirty="0" err="1"/>
              <a:t>have</a:t>
            </a:r>
            <a:r>
              <a:rPr lang="de-CH" dirty="0"/>
              <a:t> </a:t>
            </a:r>
            <a:r>
              <a:rPr lang="de-CH" dirty="0" err="1"/>
              <a:t>control</a:t>
            </a:r>
            <a:r>
              <a:rPr lang="de-CH" dirty="0"/>
              <a:t> </a:t>
            </a:r>
            <a:r>
              <a:rPr lang="de-CH" dirty="0" err="1"/>
              <a:t>ect.</a:t>
            </a:r>
            <a:r>
              <a:rPr lang="de-CH" dirty="0"/>
              <a:t>)</a:t>
            </a:r>
          </a:p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50389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2F314-B2D1-C34D-A69B-2096EC66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Further </a:t>
            </a:r>
            <a:r>
              <a:rPr lang="de-CH" dirty="0" err="1"/>
              <a:t>ideas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478BA9-8B5D-4CA4-A7C3-56591C669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Developing</a:t>
            </a:r>
            <a:r>
              <a:rPr lang="de-CH" dirty="0"/>
              <a:t> own </a:t>
            </a:r>
            <a:r>
              <a:rPr lang="de-CH" dirty="0" err="1"/>
              <a:t>model</a:t>
            </a:r>
            <a:r>
              <a:rPr lang="de-CH" dirty="0"/>
              <a:t> </a:t>
            </a:r>
            <a:r>
              <a:rPr lang="de-CH" dirty="0" err="1"/>
              <a:t>based</a:t>
            </a:r>
            <a:r>
              <a:rPr lang="de-CH" dirty="0"/>
              <a:t> on </a:t>
            </a:r>
            <a:r>
              <a:rPr lang="de-CH" dirty="0" err="1"/>
              <a:t>the</a:t>
            </a:r>
            <a:r>
              <a:rPr lang="de-CH" dirty="0"/>
              <a:t> large </a:t>
            </a:r>
            <a:r>
              <a:rPr lang="de-CH" dirty="0" err="1"/>
              <a:t>archive</a:t>
            </a:r>
            <a:r>
              <a:rPr lang="de-CH" dirty="0"/>
              <a:t> of all </a:t>
            </a:r>
            <a:r>
              <a:rPr lang="de-CH" dirty="0" err="1"/>
              <a:t>news</a:t>
            </a:r>
            <a:r>
              <a:rPr lang="de-CH" dirty="0"/>
              <a:t> of AWP Finanznachrichten in </a:t>
            </a:r>
            <a:r>
              <a:rPr lang="de-CH" dirty="0" err="1"/>
              <a:t>the</a:t>
            </a:r>
            <a:r>
              <a:rPr lang="de-CH" dirty="0"/>
              <a:t> last 20 </a:t>
            </a:r>
            <a:r>
              <a:rPr lang="de-CH" dirty="0" err="1"/>
              <a:t>years</a:t>
            </a:r>
            <a:br>
              <a:rPr lang="de-CH" dirty="0"/>
            </a:br>
            <a:r>
              <a:rPr lang="de-CH" dirty="0"/>
              <a:t>-&gt; </a:t>
            </a:r>
            <a:r>
              <a:rPr lang="de-CH" dirty="0" err="1"/>
              <a:t>Isn’t</a:t>
            </a:r>
            <a:r>
              <a:rPr lang="de-CH" dirty="0"/>
              <a:t> </a:t>
            </a:r>
            <a:r>
              <a:rPr lang="de-CH" dirty="0" err="1"/>
              <a:t>worth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effort</a:t>
            </a:r>
            <a:r>
              <a:rPr lang="de-CH" dirty="0"/>
              <a:t> </a:t>
            </a:r>
            <a:r>
              <a:rPr lang="de-CH" dirty="0" err="1"/>
              <a:t>right</a:t>
            </a:r>
            <a:r>
              <a:rPr lang="de-CH" dirty="0"/>
              <a:t> </a:t>
            </a:r>
            <a:r>
              <a:rPr lang="de-CH" dirty="0" err="1"/>
              <a:t>now</a:t>
            </a:r>
            <a:endParaRPr lang="de-CH" dirty="0"/>
          </a:p>
          <a:p>
            <a:endParaRPr lang="de-CH" dirty="0"/>
          </a:p>
          <a:p>
            <a:r>
              <a:rPr lang="de-CH" dirty="0" err="1"/>
              <a:t>Developing</a:t>
            </a:r>
            <a:r>
              <a:rPr lang="de-CH" dirty="0"/>
              <a:t> RAG </a:t>
            </a:r>
            <a:r>
              <a:rPr lang="de-CH" dirty="0" err="1"/>
              <a:t>process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search</a:t>
            </a:r>
            <a:r>
              <a:rPr lang="de-CH" dirty="0"/>
              <a:t> </a:t>
            </a:r>
            <a:r>
              <a:rPr lang="de-CH" dirty="0" err="1"/>
              <a:t>our</a:t>
            </a:r>
            <a:r>
              <a:rPr lang="de-CH" dirty="0"/>
              <a:t> </a:t>
            </a:r>
            <a:r>
              <a:rPr lang="de-CH" dirty="0" err="1"/>
              <a:t>archive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past</a:t>
            </a:r>
            <a:r>
              <a:rPr lang="de-CH" dirty="0"/>
              <a:t> </a:t>
            </a:r>
            <a:r>
              <a:rPr lang="de-CH" dirty="0" err="1"/>
              <a:t>news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management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given</a:t>
            </a:r>
            <a:r>
              <a:rPr lang="de-CH" dirty="0"/>
              <a:t> </a:t>
            </a:r>
            <a:r>
              <a:rPr lang="de-CH" dirty="0" err="1"/>
              <a:t>company</a:t>
            </a:r>
            <a:endParaRPr lang="de-CH" dirty="0"/>
          </a:p>
          <a:p>
            <a:r>
              <a:rPr lang="de-CH" dirty="0"/>
              <a:t>-&gt;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wasn’t</a:t>
            </a:r>
            <a:r>
              <a:rPr lang="de-CH" dirty="0"/>
              <a:t> </a:t>
            </a:r>
            <a:r>
              <a:rPr lang="de-CH" dirty="0" err="1"/>
              <a:t>enough</a:t>
            </a:r>
            <a:r>
              <a:rPr lang="de-CH" dirty="0"/>
              <a:t> time in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project</a:t>
            </a:r>
            <a:r>
              <a:rPr lang="de-CH" dirty="0"/>
              <a:t>, but I will </a:t>
            </a:r>
            <a:r>
              <a:rPr lang="de-CH" dirty="0" err="1"/>
              <a:t>try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execute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following</a:t>
            </a:r>
            <a:r>
              <a:rPr lang="de-CH" dirty="0"/>
              <a:t> </a:t>
            </a:r>
            <a:r>
              <a:rPr lang="de-CH" dirty="0" err="1"/>
              <a:t>months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9824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Breitbild</PresentationFormat>
  <Paragraphs>66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</vt:lpstr>
      <vt:lpstr>Management Changes with LLMs for AWP Finanznachrichten</vt:lpstr>
      <vt:lpstr>The Task</vt:lpstr>
      <vt:lpstr>The Process</vt:lpstr>
      <vt:lpstr>The LLM</vt:lpstr>
      <vt:lpstr>The Prompts</vt:lpstr>
      <vt:lpstr>The Prompts</vt:lpstr>
      <vt:lpstr>The Prompts</vt:lpstr>
      <vt:lpstr>The App with example news Landis+Gyr</vt:lpstr>
      <vt:lpstr>The App</vt:lpstr>
      <vt:lpstr>Conclusion</vt:lpstr>
      <vt:lpstr>Further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Wolanin</dc:creator>
  <cp:lastModifiedBy>Simon Wolanin</cp:lastModifiedBy>
  <cp:revision>1</cp:revision>
  <dcterms:created xsi:type="dcterms:W3CDTF">2025-01-09T09:23:20Z</dcterms:created>
  <dcterms:modified xsi:type="dcterms:W3CDTF">2025-01-09T10:29:42Z</dcterms:modified>
</cp:coreProperties>
</file>